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6438900"/>
  <p:notesSz cx="6858000" cy="9144000"/>
  <p:embeddedFontLst>
    <p:embeddedFont>
      <p:font typeface="IBM Plex Sans Bold" charset="1" panose="020B0803050203000203"/>
      <p:regular r:id="rId17"/>
    </p:embeddedFont>
    <p:embeddedFont>
      <p:font typeface="Open Sans 1 Bold" charset="1" panose="020B0806030504020204"/>
      <p:regular r:id="rId18"/>
    </p:embeddedFont>
    <p:embeddedFont>
      <p:font typeface="IBM Plex Sans" charset="1" panose="020B0503050203000203"/>
      <p:regular r:id="rId19"/>
    </p:embeddedFont>
    <p:embeddedFont>
      <p:font typeface="Open Sans 1" charset="1" panose="020B0606030504020204"/>
      <p:regular r:id="rId20"/>
    </p:embeddedFont>
    <p:embeddedFont>
      <p:font typeface="Open Sans 2" charset="1" panose="00000000000000000000"/>
      <p:regular r:id="rId21"/>
    </p:embeddedFont>
    <p:embeddedFont>
      <p:font typeface="IBM Plex Sans Bold Italics" charset="1" panose="020B0803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jpe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" t="-3" r="-7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403766"/>
            <a:ext cx="7011590" cy="148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3"/>
              </a:lnSpc>
              <a:spcBef>
                <a:spcPct val="0"/>
              </a:spcBef>
            </a:pPr>
            <a:r>
              <a:rPr lang="en-US" b="true" sz="3782" spc="-3" u="sng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Air quality monitoring system using esp32 and blynk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2" t="-3" r="-17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86325" y="1812598"/>
            <a:ext cx="5482895" cy="10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b="true" sz="3375" spc="-10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Objective: Remote Environmental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6075" y="3056353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6325" y="3170653"/>
            <a:ext cx="5334667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Ourgoalis toconstruct an Internet of Things(IoT)systemcapableof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6325" y="3446878"/>
            <a:ext cx="5986043" cy="108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measuring ambient temperature and humidity.This system willleverage an ESP32 microcontroller and a DHT sensor to capture real-time environmental </a:t>
            </a:r>
          </a:p>
          <a:p>
            <a:pPr algn="l">
              <a:lnSpc>
                <a:spcPts val="23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data, which will then be visually presented through intuitive mobile and web </a:t>
            </a:r>
          </a:p>
          <a:p>
            <a:pPr algn="l">
              <a:lnSpc>
                <a:spcPts val="202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dashboards powered by the Blynk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47725" y="3143250"/>
            <a:ext cx="2857500" cy="1733550"/>
            <a:chOff x="0" y="0"/>
            <a:chExt cx="3810000" cy="2311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38100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231390"/>
                  </a:lnTo>
                  <a:cubicBezTo>
                    <a:pt x="0" y="2242058"/>
                    <a:pt x="2032" y="2252218"/>
                    <a:pt x="6096" y="2261997"/>
                  </a:cubicBezTo>
                  <a:cubicBezTo>
                    <a:pt x="10160" y="2271776"/>
                    <a:pt x="15875" y="2280412"/>
                    <a:pt x="23495" y="2287905"/>
                  </a:cubicBezTo>
                  <a:cubicBezTo>
                    <a:pt x="31115" y="2295398"/>
                    <a:pt x="39624" y="2301240"/>
                    <a:pt x="49403" y="2305304"/>
                  </a:cubicBezTo>
                  <a:cubicBezTo>
                    <a:pt x="59182" y="2309368"/>
                    <a:pt x="69469" y="2311400"/>
                    <a:pt x="80010" y="2311400"/>
                  </a:cubicBezTo>
                  <a:lnTo>
                    <a:pt x="3729990" y="2311400"/>
                  </a:lnTo>
                  <a:cubicBezTo>
                    <a:pt x="3740658" y="2311400"/>
                    <a:pt x="3750818" y="2309368"/>
                    <a:pt x="3760597" y="2305304"/>
                  </a:cubicBezTo>
                  <a:cubicBezTo>
                    <a:pt x="3770376" y="2301240"/>
                    <a:pt x="3779012" y="2295525"/>
                    <a:pt x="3786505" y="2287905"/>
                  </a:cubicBezTo>
                  <a:cubicBezTo>
                    <a:pt x="3793998" y="2280285"/>
                    <a:pt x="3799840" y="2271776"/>
                    <a:pt x="3803904" y="2261997"/>
                  </a:cubicBezTo>
                  <a:cubicBezTo>
                    <a:pt x="3807968" y="2252218"/>
                    <a:pt x="3810000" y="2242058"/>
                    <a:pt x="3810000" y="2231390"/>
                  </a:cubicBezTo>
                  <a:lnTo>
                    <a:pt x="3810000" y="80010"/>
                  </a:lnTo>
                  <a:cubicBezTo>
                    <a:pt x="3810000" y="69469"/>
                    <a:pt x="3807968" y="59182"/>
                    <a:pt x="3803904" y="49403"/>
                  </a:cubicBezTo>
                  <a:cubicBezTo>
                    <a:pt x="3799840" y="39624"/>
                    <a:pt x="3794125" y="30988"/>
                    <a:pt x="3786505" y="23495"/>
                  </a:cubicBezTo>
                  <a:cubicBezTo>
                    <a:pt x="3778885" y="16002"/>
                    <a:pt x="3770376" y="10160"/>
                    <a:pt x="3760597" y="6096"/>
                  </a:cubicBezTo>
                  <a:cubicBezTo>
                    <a:pt x="3750818" y="2032"/>
                    <a:pt x="3740658" y="0"/>
                    <a:pt x="37299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84622" y="1508122"/>
            <a:ext cx="3441697" cy="4298947"/>
          </a:xfrm>
          <a:custGeom>
            <a:avLst/>
            <a:gdLst/>
            <a:ahLst/>
            <a:cxnLst/>
            <a:rect r="r" b="b" t="t" l="l"/>
            <a:pathLst>
              <a:path h="4298947" w="3441697">
                <a:moveTo>
                  <a:pt x="0" y="0"/>
                </a:moveTo>
                <a:lnTo>
                  <a:pt x="3441697" y="0"/>
                </a:lnTo>
                <a:lnTo>
                  <a:pt x="3441697" y="4298947"/>
                </a:lnTo>
                <a:lnTo>
                  <a:pt x="0" y="42989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314825" y="3143250"/>
            <a:ext cx="2857500" cy="1962150"/>
            <a:chOff x="0" y="0"/>
            <a:chExt cx="3810000" cy="261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616200"/>
            </a:xfrm>
            <a:custGeom>
              <a:avLst/>
              <a:gdLst/>
              <a:ahLst/>
              <a:cxnLst/>
              <a:rect r="r" b="b" t="t" l="l"/>
              <a:pathLst>
                <a:path h="2616200" w="38100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536190"/>
                  </a:lnTo>
                  <a:cubicBezTo>
                    <a:pt x="0" y="2546858"/>
                    <a:pt x="2032" y="2557018"/>
                    <a:pt x="6096" y="2566797"/>
                  </a:cubicBezTo>
                  <a:cubicBezTo>
                    <a:pt x="10160" y="2576576"/>
                    <a:pt x="15875" y="2585212"/>
                    <a:pt x="23495" y="2592705"/>
                  </a:cubicBezTo>
                  <a:cubicBezTo>
                    <a:pt x="31115" y="2600198"/>
                    <a:pt x="39624" y="2606040"/>
                    <a:pt x="49403" y="2610104"/>
                  </a:cubicBezTo>
                  <a:cubicBezTo>
                    <a:pt x="59182" y="2614168"/>
                    <a:pt x="69342" y="2616200"/>
                    <a:pt x="80010" y="2616200"/>
                  </a:cubicBezTo>
                  <a:lnTo>
                    <a:pt x="3729990" y="2616200"/>
                  </a:lnTo>
                  <a:cubicBezTo>
                    <a:pt x="3740658" y="2616200"/>
                    <a:pt x="3750818" y="2614168"/>
                    <a:pt x="3760597" y="2610104"/>
                  </a:cubicBezTo>
                  <a:cubicBezTo>
                    <a:pt x="3770376" y="2606040"/>
                    <a:pt x="3779012" y="2600325"/>
                    <a:pt x="3786505" y="2592705"/>
                  </a:cubicBezTo>
                  <a:cubicBezTo>
                    <a:pt x="3793998" y="2585085"/>
                    <a:pt x="3799840" y="2576576"/>
                    <a:pt x="3803904" y="2566797"/>
                  </a:cubicBezTo>
                  <a:cubicBezTo>
                    <a:pt x="3807968" y="2557018"/>
                    <a:pt x="3810000" y="2546858"/>
                    <a:pt x="3810000" y="2536190"/>
                  </a:cubicBezTo>
                  <a:lnTo>
                    <a:pt x="3810000" y="80010"/>
                  </a:lnTo>
                  <a:cubicBezTo>
                    <a:pt x="3810000" y="69469"/>
                    <a:pt x="3807968" y="59182"/>
                    <a:pt x="3803904" y="49403"/>
                  </a:cubicBezTo>
                  <a:cubicBezTo>
                    <a:pt x="3799840" y="39624"/>
                    <a:pt x="3794125" y="30988"/>
                    <a:pt x="3786505" y="23495"/>
                  </a:cubicBezTo>
                  <a:cubicBezTo>
                    <a:pt x="3778885" y="16002"/>
                    <a:pt x="3770376" y="10160"/>
                    <a:pt x="3760597" y="6096"/>
                  </a:cubicBezTo>
                  <a:cubicBezTo>
                    <a:pt x="3750818" y="2032"/>
                    <a:pt x="3740658" y="0"/>
                    <a:pt x="372999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451722" y="1508122"/>
            <a:ext cx="3441697" cy="4298947"/>
          </a:xfrm>
          <a:custGeom>
            <a:avLst/>
            <a:gdLst/>
            <a:ahLst/>
            <a:cxnLst/>
            <a:rect r="r" b="b" t="t" l="l"/>
            <a:pathLst>
              <a:path h="4298947" w="3441697">
                <a:moveTo>
                  <a:pt x="0" y="0"/>
                </a:moveTo>
                <a:lnTo>
                  <a:pt x="3441697" y="0"/>
                </a:lnTo>
                <a:lnTo>
                  <a:pt x="3441697" y="4298947"/>
                </a:lnTo>
                <a:lnTo>
                  <a:pt x="0" y="42989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781925" y="3419475"/>
            <a:ext cx="2857500" cy="2133600"/>
            <a:chOff x="0" y="0"/>
            <a:chExt cx="3810000" cy="284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2844800"/>
            </a:xfrm>
            <a:custGeom>
              <a:avLst/>
              <a:gdLst/>
              <a:ahLst/>
              <a:cxnLst/>
              <a:rect r="r" b="b" t="t" l="l"/>
              <a:pathLst>
                <a:path h="2844800" w="38100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764790"/>
                  </a:lnTo>
                  <a:cubicBezTo>
                    <a:pt x="0" y="2775458"/>
                    <a:pt x="2032" y="2785618"/>
                    <a:pt x="6096" y="2795397"/>
                  </a:cubicBezTo>
                  <a:cubicBezTo>
                    <a:pt x="10160" y="2805176"/>
                    <a:pt x="15875" y="2813812"/>
                    <a:pt x="23495" y="2821305"/>
                  </a:cubicBezTo>
                  <a:cubicBezTo>
                    <a:pt x="31115" y="2828798"/>
                    <a:pt x="39624" y="2834640"/>
                    <a:pt x="49403" y="2838704"/>
                  </a:cubicBezTo>
                  <a:cubicBezTo>
                    <a:pt x="59055" y="2842641"/>
                    <a:pt x="69088" y="2844673"/>
                    <a:pt x="79502" y="2844800"/>
                  </a:cubicBezTo>
                  <a:lnTo>
                    <a:pt x="3730498" y="2844800"/>
                  </a:lnTo>
                  <a:cubicBezTo>
                    <a:pt x="3740912" y="2844673"/>
                    <a:pt x="3750945" y="2842641"/>
                    <a:pt x="3760597" y="2838704"/>
                  </a:cubicBezTo>
                  <a:cubicBezTo>
                    <a:pt x="3770376" y="2834640"/>
                    <a:pt x="3779012" y="2828925"/>
                    <a:pt x="3786505" y="2821305"/>
                  </a:cubicBezTo>
                  <a:cubicBezTo>
                    <a:pt x="3793998" y="2813685"/>
                    <a:pt x="3799840" y="2805176"/>
                    <a:pt x="3803904" y="2795397"/>
                  </a:cubicBezTo>
                  <a:cubicBezTo>
                    <a:pt x="3807968" y="2785618"/>
                    <a:pt x="3810000" y="2775331"/>
                    <a:pt x="3810000" y="2764790"/>
                  </a:cubicBezTo>
                  <a:lnTo>
                    <a:pt x="3810000" y="80010"/>
                  </a:lnTo>
                  <a:cubicBezTo>
                    <a:pt x="3810000" y="69469"/>
                    <a:pt x="3807968" y="59182"/>
                    <a:pt x="3803904" y="49403"/>
                  </a:cubicBezTo>
                  <a:cubicBezTo>
                    <a:pt x="3799840" y="39624"/>
                    <a:pt x="3794125" y="30988"/>
                    <a:pt x="3786505" y="23495"/>
                  </a:cubicBezTo>
                  <a:cubicBezTo>
                    <a:pt x="3778885" y="16002"/>
                    <a:pt x="3770376" y="10160"/>
                    <a:pt x="3760597" y="6096"/>
                  </a:cubicBezTo>
                  <a:cubicBezTo>
                    <a:pt x="3750818" y="2032"/>
                    <a:pt x="3740658" y="0"/>
                    <a:pt x="372999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0075" y="728462"/>
            <a:ext cx="7067302" cy="47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 spc="-10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Essential Hardware Components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456" y="1539707"/>
            <a:ext cx="47654" cy="47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7725" y="1663532"/>
            <a:ext cx="2837193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ESP32DevelopmentBoard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8333" y="20467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14825" y="1663532"/>
            <a:ext cx="2470394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DHT11orDHT22Sensor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23696" y="20467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81925" y="1749257"/>
            <a:ext cx="2365705" cy="87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1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Breadboard &amp; Jumper Wires</a:t>
            </a:r>
          </a:p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7725" y="2103853"/>
            <a:ext cx="2905115" cy="80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Thecoreofour system,providingWi- Fi connectivity and processing power.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14825" y="2103853"/>
            <a:ext cx="2571083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Acost-effectivedigital sensorfor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14825" y="2380078"/>
            <a:ext cx="2811047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accurate temperature and humidity readings.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81925" y="2370553"/>
            <a:ext cx="2035940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1350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prototyping</a:t>
            </a:r>
            <a:r>
              <a:rPr lang="en-US" sz="1350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1350" spc="-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easily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81925" y="2646778"/>
            <a:ext cx="2590924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connecting components without soldering.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1280912"/>
            <a:ext cx="6849142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10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Software &amp; Cloud Infrastructure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050" y="3035132"/>
            <a:ext cx="2858824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Arduino IDE (or PlatformIO)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1457" y="34183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48150" y="3035132"/>
            <a:ext cx="1931108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Blynk IoT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57021" y="34183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15250" y="3035132"/>
            <a:ext cx="1822685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Wi-Fi Credentials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6554" y="34183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050" y="3475453"/>
            <a:ext cx="2805017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chosenenvironment forwriting and uploading code to the ESP32.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8150" y="3475453"/>
            <a:ext cx="2830325" cy="136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Apowerful platformfor creating dashboards, managing devices, and data visualization. We'll set up a template and generate an authentication token here.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250" y="3475453"/>
            <a:ext cx="2515781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Secure networkaccess for your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5250" y="3742153"/>
            <a:ext cx="3027664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ESP32 to communicate with the Blynk cloud.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575" y="1282700"/>
              <a:ext cx="5308092" cy="38100"/>
            </a:xfrm>
            <a:custGeom>
              <a:avLst/>
              <a:gdLst/>
              <a:ahLst/>
              <a:cxnLst/>
              <a:rect r="r" b="b" t="t" l="l"/>
              <a:pathLst>
                <a:path h="38100" w="5308092">
                  <a:moveTo>
                    <a:pt x="0" y="38100"/>
                  </a:moveTo>
                  <a:lnTo>
                    <a:pt x="5308092" y="38100"/>
                  </a:lnTo>
                  <a:lnTo>
                    <a:pt x="53080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3575" y="2082800"/>
              <a:ext cx="2895600" cy="19050"/>
            </a:xfrm>
            <a:custGeom>
              <a:avLst/>
              <a:gdLst/>
              <a:ahLst/>
              <a:cxnLst/>
              <a:rect r="r" b="b" t="t" l="l"/>
              <a:pathLst>
                <a:path h="19050" w="2895600">
                  <a:moveTo>
                    <a:pt x="0" y="19050"/>
                  </a:moveTo>
                  <a:lnTo>
                    <a:pt x="2895600" y="19050"/>
                  </a:lnTo>
                  <a:lnTo>
                    <a:pt x="2895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30625" y="2082800"/>
              <a:ext cx="2905125" cy="19050"/>
            </a:xfrm>
            <a:custGeom>
              <a:avLst/>
              <a:gdLst/>
              <a:ahLst/>
              <a:cxnLst/>
              <a:rect r="r" b="b" t="t" l="l"/>
              <a:pathLst>
                <a:path h="19050" w="2905125">
                  <a:moveTo>
                    <a:pt x="0" y="19050"/>
                  </a:moveTo>
                  <a:lnTo>
                    <a:pt x="2905125" y="19050"/>
                  </a:lnTo>
                  <a:lnTo>
                    <a:pt x="29051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3575" y="4311650"/>
              <a:ext cx="5972175" cy="19050"/>
            </a:xfrm>
            <a:custGeom>
              <a:avLst/>
              <a:gdLst/>
              <a:ahLst/>
              <a:cxnLst/>
              <a:rect r="r" b="b" t="t" l="l"/>
              <a:pathLst>
                <a:path h="19050" w="5972175">
                  <a:moveTo>
                    <a:pt x="0" y="19050"/>
                  </a:moveTo>
                  <a:lnTo>
                    <a:pt x="5972175" y="19050"/>
                  </a:lnTo>
                  <a:lnTo>
                    <a:pt x="5972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000875" y="2171700"/>
            <a:ext cx="3695700" cy="2771775"/>
            <a:chOff x="0" y="0"/>
            <a:chExt cx="4927600" cy="3695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276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49276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3615690"/>
                  </a:lnTo>
                  <a:cubicBezTo>
                    <a:pt x="0" y="3626358"/>
                    <a:pt x="2032" y="3636518"/>
                    <a:pt x="6096" y="3646297"/>
                  </a:cubicBezTo>
                  <a:cubicBezTo>
                    <a:pt x="10160" y="3656076"/>
                    <a:pt x="15875" y="3664712"/>
                    <a:pt x="23495" y="3672205"/>
                  </a:cubicBezTo>
                  <a:cubicBezTo>
                    <a:pt x="31115" y="3679698"/>
                    <a:pt x="39624" y="3685540"/>
                    <a:pt x="49403" y="3689604"/>
                  </a:cubicBezTo>
                  <a:cubicBezTo>
                    <a:pt x="59182" y="3693668"/>
                    <a:pt x="69342" y="3695700"/>
                    <a:pt x="80010" y="3695700"/>
                  </a:cubicBezTo>
                  <a:lnTo>
                    <a:pt x="4847590" y="3695700"/>
                  </a:lnTo>
                  <a:cubicBezTo>
                    <a:pt x="4858258" y="3695700"/>
                    <a:pt x="4868418" y="3693668"/>
                    <a:pt x="4878197" y="3689604"/>
                  </a:cubicBezTo>
                  <a:cubicBezTo>
                    <a:pt x="4887976" y="3685540"/>
                    <a:pt x="4896612" y="3679825"/>
                    <a:pt x="4904105" y="3672205"/>
                  </a:cubicBezTo>
                  <a:cubicBezTo>
                    <a:pt x="4911598" y="3664585"/>
                    <a:pt x="4917440" y="3656076"/>
                    <a:pt x="4921504" y="3646297"/>
                  </a:cubicBezTo>
                  <a:cubicBezTo>
                    <a:pt x="4925568" y="3636518"/>
                    <a:pt x="4927600" y="3626358"/>
                    <a:pt x="4927600" y="3615690"/>
                  </a:cubicBezTo>
                  <a:lnTo>
                    <a:pt x="4927600" y="80010"/>
                  </a:lnTo>
                  <a:cubicBezTo>
                    <a:pt x="4927600" y="69469"/>
                    <a:pt x="4925568" y="59182"/>
                    <a:pt x="4921504" y="49403"/>
                  </a:cubicBezTo>
                  <a:cubicBezTo>
                    <a:pt x="4917440" y="39624"/>
                    <a:pt x="4911725" y="30988"/>
                    <a:pt x="4904105" y="23495"/>
                  </a:cubicBezTo>
                  <a:cubicBezTo>
                    <a:pt x="4896485" y="16002"/>
                    <a:pt x="4887976" y="10160"/>
                    <a:pt x="4878197" y="6096"/>
                  </a:cubicBezTo>
                  <a:cubicBezTo>
                    <a:pt x="4868418" y="2032"/>
                    <a:pt x="4858258" y="0"/>
                    <a:pt x="48475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00075" y="661787"/>
            <a:ext cx="5414258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10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Circuit Connection Guide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4302" y="3927358"/>
            <a:ext cx="1969056" cy="7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1">
                <a:solidFill>
                  <a:srgbClr val="52586B"/>
                </a:solidFill>
                <a:latin typeface="Open Sans 1"/>
                <a:ea typeface="Open Sans 1"/>
                <a:cs typeface="Open Sans 1"/>
                <a:sym typeface="Open Sans 1"/>
              </a:rPr>
              <a:t>03</a:t>
            </a:r>
          </a:p>
          <a:p>
            <a:pPr algn="l">
              <a:lnSpc>
                <a:spcPts val="3445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Ground the Circuit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075" y="1698508"/>
            <a:ext cx="2386670" cy="7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Open Sans 1"/>
                <a:ea typeface="Open Sans 1"/>
                <a:cs typeface="Open Sans 1"/>
                <a:sym typeface="Open Sans 1"/>
              </a:rPr>
              <a:t>01</a:t>
            </a:r>
          </a:p>
          <a:p>
            <a:pPr algn="l">
              <a:lnSpc>
                <a:spcPts val="3445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Connect DHT Data Pin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57752" y="1698508"/>
            <a:ext cx="2364762" cy="7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Open Sans 1"/>
                <a:ea typeface="Open Sans 1"/>
                <a:cs typeface="Open Sans 1"/>
                <a:sym typeface="Open Sans 1"/>
              </a:rPr>
              <a:t>02</a:t>
            </a:r>
          </a:p>
          <a:p>
            <a:pPr algn="l">
              <a:lnSpc>
                <a:spcPts val="3445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Power the DHT Sensor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727" y="4666078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308" y="2437228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28873" y="2437228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075" y="2551528"/>
            <a:ext cx="2983325" cy="108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Wire thedata pinof your DHT sensor to an available GPIO pin on the ESP32 (e.g., GPIO 27). This pin will transmit </a:t>
            </a:r>
          </a:p>
          <a:p>
            <a:pPr algn="l">
              <a:lnSpc>
                <a:spcPts val="23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sensor readings.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4780378"/>
            <a:ext cx="5327028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Connectthe GNDpin ofthe DHT sensor to a GND pin on the ESP32,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075" y="5056603"/>
            <a:ext cx="2294658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completing the power circuit.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71002" y="2551528"/>
            <a:ext cx="2498931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 the Vccpinofthe DHT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71002" y="2827753"/>
            <a:ext cx="2852176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sensor to the 3.3V output pin on the ESP32.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728462"/>
            <a:ext cx="4288907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10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Flow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1525" y="4416257"/>
            <a:ext cx="2262283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3. Validates Readings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2133" y="4799428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525" y="2463632"/>
            <a:ext cx="2798512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1. ESP32 Connects to Wi-Fi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2133" y="28468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86450" y="4416257"/>
            <a:ext cx="2367429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4. Sends Data to Blynk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96253" y="4799428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6450" y="2463632"/>
            <a:ext cx="2442400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2. Reads Sensor Values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30954" y="284680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25" y="4856578"/>
            <a:ext cx="4130831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Thesystemchecksifthesensor data is valid and not erroneous.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525" y="2903953"/>
            <a:ext cx="4682471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TheESP32initiatesaconnectiontothe configured wireless network.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86450" y="2903953"/>
            <a:ext cx="3974001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Periodically, the ESP32queriesthe DHT sensor for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6450" y="3180178"/>
            <a:ext cx="2465746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temperature and humidity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86450" y="4856578"/>
            <a:ext cx="4599680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Validateddataistransmittedtothe Blynk dashboard using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86450" y="5119287"/>
            <a:ext cx="1583465" cy="27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Blynk.virtualWrite().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2822" y="2832097"/>
            <a:ext cx="6070597" cy="2584447"/>
          </a:xfrm>
          <a:custGeom>
            <a:avLst/>
            <a:gdLst/>
            <a:ahLst/>
            <a:cxnLst/>
            <a:rect r="r" b="b" t="t" l="l"/>
            <a:pathLst>
              <a:path h="2584447" w="6070597">
                <a:moveTo>
                  <a:pt x="0" y="0"/>
                </a:moveTo>
                <a:lnTo>
                  <a:pt x="6070597" y="0"/>
                </a:lnTo>
                <a:lnTo>
                  <a:pt x="6070597" y="2584447"/>
                </a:lnTo>
                <a:lnTo>
                  <a:pt x="0" y="2584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886325" y="1543050"/>
            <a:ext cx="3943798" cy="38100"/>
            <a:chOff x="0" y="0"/>
            <a:chExt cx="3943795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3858" cy="38100"/>
            </a:xfrm>
            <a:custGeom>
              <a:avLst/>
              <a:gdLst/>
              <a:ahLst/>
              <a:cxnLst/>
              <a:rect r="r" b="b" t="t" l="l"/>
              <a:pathLst>
                <a:path h="38100" w="3943858">
                  <a:moveTo>
                    <a:pt x="0" y="0"/>
                  </a:moveTo>
                  <a:lnTo>
                    <a:pt x="0" y="38100"/>
                  </a:lnTo>
                  <a:lnTo>
                    <a:pt x="2957576" y="38100"/>
                  </a:lnTo>
                  <a:lnTo>
                    <a:pt x="2957576" y="0"/>
                  </a:lnTo>
                  <a:close/>
                  <a:moveTo>
                    <a:pt x="3106293" y="0"/>
                  </a:moveTo>
                  <a:lnTo>
                    <a:pt x="3106293" y="38100"/>
                  </a:lnTo>
                  <a:lnTo>
                    <a:pt x="3230245" y="38100"/>
                  </a:lnTo>
                  <a:lnTo>
                    <a:pt x="3230245" y="0"/>
                  </a:lnTo>
                  <a:close/>
                  <a:moveTo>
                    <a:pt x="3378835" y="0"/>
                  </a:moveTo>
                  <a:lnTo>
                    <a:pt x="3378835" y="38100"/>
                  </a:lnTo>
                  <a:lnTo>
                    <a:pt x="3943858" y="38100"/>
                  </a:lnTo>
                  <a:lnTo>
                    <a:pt x="3943858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886325" y="1280912"/>
            <a:ext cx="4022655" cy="30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-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Core Code Snippet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07508" y="1741903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6325" y="1856203"/>
            <a:ext cx="6013656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Thiscodeblockdemonstrateshow toread sensordata and send it to Blynk's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86325" y="2122903"/>
            <a:ext cx="5554304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virtualpins.Itincludesbasicerror checking toensure only valid data is transmitted.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49288" y="2995212"/>
            <a:ext cx="5042716" cy="191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float t = dht.readTemperature(); float h = dht.readHumidity();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if (!isnan(t) &amp;&amp; !isnan(h)) {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 Blynk.virtualWrite(V0, t); // Send temperature to Virtual Pin V0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 Blynk.virtualWrite(V1, h); // Send humidity to Virtual Pin V1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-63503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575" y="1244600"/>
              <a:ext cx="5899658" cy="38100"/>
            </a:xfrm>
            <a:custGeom>
              <a:avLst/>
              <a:gdLst/>
              <a:ahLst/>
              <a:cxnLst/>
              <a:rect r="r" b="b" t="t" l="l"/>
              <a:pathLst>
                <a:path h="38100" w="5899658">
                  <a:moveTo>
                    <a:pt x="0" y="0"/>
                  </a:moveTo>
                  <a:lnTo>
                    <a:pt x="0" y="38100"/>
                  </a:lnTo>
                  <a:lnTo>
                    <a:pt x="403352" y="38100"/>
                  </a:lnTo>
                  <a:lnTo>
                    <a:pt x="403352" y="0"/>
                  </a:lnTo>
                  <a:close/>
                  <a:moveTo>
                    <a:pt x="604647" y="0"/>
                  </a:moveTo>
                  <a:lnTo>
                    <a:pt x="604647" y="38100"/>
                  </a:lnTo>
                  <a:lnTo>
                    <a:pt x="4972685" y="38100"/>
                  </a:lnTo>
                  <a:lnTo>
                    <a:pt x="4972685" y="0"/>
                  </a:lnTo>
                  <a:close/>
                  <a:moveTo>
                    <a:pt x="5256530" y="0"/>
                  </a:moveTo>
                  <a:lnTo>
                    <a:pt x="5256530" y="38100"/>
                  </a:lnTo>
                  <a:lnTo>
                    <a:pt x="5899658" y="38100"/>
                  </a:lnTo>
                  <a:lnTo>
                    <a:pt x="5899658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00075" y="2343150"/>
            <a:ext cx="3267075" cy="2019300"/>
            <a:chOff x="0" y="0"/>
            <a:chExt cx="4356100" cy="269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561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4356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612390"/>
                  </a:lnTo>
                  <a:cubicBezTo>
                    <a:pt x="0" y="2623058"/>
                    <a:pt x="2032" y="2633218"/>
                    <a:pt x="6096" y="2642997"/>
                  </a:cubicBezTo>
                  <a:cubicBezTo>
                    <a:pt x="10160" y="2652776"/>
                    <a:pt x="15875" y="2661412"/>
                    <a:pt x="23495" y="2668905"/>
                  </a:cubicBezTo>
                  <a:cubicBezTo>
                    <a:pt x="31115" y="2676398"/>
                    <a:pt x="39624" y="2682240"/>
                    <a:pt x="49403" y="2686304"/>
                  </a:cubicBezTo>
                  <a:cubicBezTo>
                    <a:pt x="59182" y="2690368"/>
                    <a:pt x="69469" y="2692400"/>
                    <a:pt x="80010" y="2692400"/>
                  </a:cubicBezTo>
                  <a:lnTo>
                    <a:pt x="4276090" y="2692400"/>
                  </a:lnTo>
                  <a:cubicBezTo>
                    <a:pt x="4286758" y="2692400"/>
                    <a:pt x="4296918" y="2690368"/>
                    <a:pt x="4306697" y="2686304"/>
                  </a:cubicBezTo>
                  <a:cubicBezTo>
                    <a:pt x="4316476" y="2682240"/>
                    <a:pt x="4325112" y="2676525"/>
                    <a:pt x="4332605" y="2668905"/>
                  </a:cubicBezTo>
                  <a:cubicBezTo>
                    <a:pt x="4340098" y="2661285"/>
                    <a:pt x="4345940" y="2652776"/>
                    <a:pt x="4350004" y="2642997"/>
                  </a:cubicBezTo>
                  <a:cubicBezTo>
                    <a:pt x="4354068" y="2633218"/>
                    <a:pt x="4356100" y="2623058"/>
                    <a:pt x="4356100" y="2612390"/>
                  </a:cubicBezTo>
                  <a:lnTo>
                    <a:pt x="4356100" y="80010"/>
                  </a:lnTo>
                  <a:cubicBezTo>
                    <a:pt x="4356100" y="69469"/>
                    <a:pt x="4354068" y="59182"/>
                    <a:pt x="4350004" y="49403"/>
                  </a:cubicBezTo>
                  <a:cubicBezTo>
                    <a:pt x="4345940" y="39624"/>
                    <a:pt x="4340225" y="30988"/>
                    <a:pt x="4332605" y="23495"/>
                  </a:cubicBezTo>
                  <a:cubicBezTo>
                    <a:pt x="4324985" y="16002"/>
                    <a:pt x="4316476" y="10160"/>
                    <a:pt x="4306697" y="6096"/>
                  </a:cubicBezTo>
                  <a:cubicBezTo>
                    <a:pt x="4296918" y="2032"/>
                    <a:pt x="4286758" y="0"/>
                    <a:pt x="42760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086225" y="2343150"/>
            <a:ext cx="3267075" cy="2019300"/>
            <a:chOff x="0" y="0"/>
            <a:chExt cx="4356100" cy="269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561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4356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612390"/>
                  </a:lnTo>
                  <a:cubicBezTo>
                    <a:pt x="0" y="2623058"/>
                    <a:pt x="2032" y="2633218"/>
                    <a:pt x="6096" y="2642997"/>
                  </a:cubicBezTo>
                  <a:cubicBezTo>
                    <a:pt x="10160" y="2652776"/>
                    <a:pt x="15875" y="2661412"/>
                    <a:pt x="23495" y="2668905"/>
                  </a:cubicBezTo>
                  <a:cubicBezTo>
                    <a:pt x="31115" y="2676398"/>
                    <a:pt x="39624" y="2682240"/>
                    <a:pt x="49403" y="2686304"/>
                  </a:cubicBezTo>
                  <a:cubicBezTo>
                    <a:pt x="59182" y="2690368"/>
                    <a:pt x="69342" y="2692400"/>
                    <a:pt x="80010" y="2692400"/>
                  </a:cubicBezTo>
                  <a:lnTo>
                    <a:pt x="4276090" y="2692400"/>
                  </a:lnTo>
                  <a:cubicBezTo>
                    <a:pt x="4286758" y="2692400"/>
                    <a:pt x="4296918" y="2690368"/>
                    <a:pt x="4306697" y="2686304"/>
                  </a:cubicBezTo>
                  <a:cubicBezTo>
                    <a:pt x="4316476" y="2682240"/>
                    <a:pt x="4325112" y="2676525"/>
                    <a:pt x="4332605" y="2668905"/>
                  </a:cubicBezTo>
                  <a:cubicBezTo>
                    <a:pt x="4340098" y="2661285"/>
                    <a:pt x="4345940" y="2652776"/>
                    <a:pt x="4350004" y="2642997"/>
                  </a:cubicBezTo>
                  <a:cubicBezTo>
                    <a:pt x="4354068" y="2633218"/>
                    <a:pt x="4356100" y="2623058"/>
                    <a:pt x="4356100" y="2612390"/>
                  </a:cubicBezTo>
                  <a:lnTo>
                    <a:pt x="4356100" y="80010"/>
                  </a:lnTo>
                  <a:cubicBezTo>
                    <a:pt x="4356100" y="69469"/>
                    <a:pt x="4354068" y="59182"/>
                    <a:pt x="4350004" y="49403"/>
                  </a:cubicBezTo>
                  <a:cubicBezTo>
                    <a:pt x="4345940" y="39624"/>
                    <a:pt x="4340225" y="30988"/>
                    <a:pt x="4332605" y="23495"/>
                  </a:cubicBezTo>
                  <a:cubicBezTo>
                    <a:pt x="4324985" y="16002"/>
                    <a:pt x="4316476" y="10160"/>
                    <a:pt x="4306697" y="6096"/>
                  </a:cubicBezTo>
                  <a:cubicBezTo>
                    <a:pt x="4296918" y="2032"/>
                    <a:pt x="4286758" y="0"/>
                    <a:pt x="42760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58" r="0" b="-158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562850" y="2343150"/>
            <a:ext cx="3267075" cy="2019300"/>
            <a:chOff x="0" y="0"/>
            <a:chExt cx="4356100" cy="269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561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4356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2612390"/>
                  </a:lnTo>
                  <a:cubicBezTo>
                    <a:pt x="0" y="2623058"/>
                    <a:pt x="2032" y="2633218"/>
                    <a:pt x="6096" y="2642997"/>
                  </a:cubicBezTo>
                  <a:cubicBezTo>
                    <a:pt x="10160" y="2652776"/>
                    <a:pt x="15875" y="2661412"/>
                    <a:pt x="23495" y="2668905"/>
                  </a:cubicBezTo>
                  <a:cubicBezTo>
                    <a:pt x="31115" y="2676398"/>
                    <a:pt x="39624" y="2682240"/>
                    <a:pt x="49403" y="2686304"/>
                  </a:cubicBezTo>
                  <a:cubicBezTo>
                    <a:pt x="59182" y="2690368"/>
                    <a:pt x="69342" y="2692400"/>
                    <a:pt x="80010" y="2692400"/>
                  </a:cubicBezTo>
                  <a:lnTo>
                    <a:pt x="4276090" y="2692400"/>
                  </a:lnTo>
                  <a:cubicBezTo>
                    <a:pt x="4286758" y="2692400"/>
                    <a:pt x="4296918" y="2690368"/>
                    <a:pt x="4306697" y="2686304"/>
                  </a:cubicBezTo>
                  <a:cubicBezTo>
                    <a:pt x="4316476" y="2682240"/>
                    <a:pt x="4325112" y="2676525"/>
                    <a:pt x="4332605" y="2668905"/>
                  </a:cubicBezTo>
                  <a:cubicBezTo>
                    <a:pt x="4340098" y="2661285"/>
                    <a:pt x="4345940" y="2652776"/>
                    <a:pt x="4350004" y="2642997"/>
                  </a:cubicBezTo>
                  <a:cubicBezTo>
                    <a:pt x="4354068" y="2633218"/>
                    <a:pt x="4356100" y="2623058"/>
                    <a:pt x="4356100" y="2612390"/>
                  </a:cubicBezTo>
                  <a:lnTo>
                    <a:pt x="4356100" y="80010"/>
                  </a:lnTo>
                  <a:cubicBezTo>
                    <a:pt x="4356100" y="69469"/>
                    <a:pt x="4354068" y="59182"/>
                    <a:pt x="4350004" y="49403"/>
                  </a:cubicBezTo>
                  <a:cubicBezTo>
                    <a:pt x="4345940" y="39624"/>
                    <a:pt x="4340225" y="30988"/>
                    <a:pt x="4332605" y="23495"/>
                  </a:cubicBezTo>
                  <a:cubicBezTo>
                    <a:pt x="4324985" y="16002"/>
                    <a:pt x="4316476" y="10160"/>
                    <a:pt x="4306697" y="6096"/>
                  </a:cubicBezTo>
                  <a:cubicBezTo>
                    <a:pt x="4296918" y="2032"/>
                    <a:pt x="4286758" y="0"/>
                    <a:pt x="42760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58" r="0" b="-15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00075" y="918962"/>
            <a:ext cx="6017590" cy="30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-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Blynk Dashboard &amp; Widgets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9561" y="1456153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5142328"/>
            <a:ext cx="3349657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Displays real-time temperature readings in an easy-to-read gauge format.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81462" y="4875628"/>
            <a:ext cx="3167586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Presents current humidity levels, complementing the temperature display.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1570453"/>
            <a:ext cx="9816665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Visualize your environmental datawithinteractivewidgetsontheBlynkplatform.Virtual pins act as communication channels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075" y="1846678"/>
            <a:ext cx="3163814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between your ESP32andthe dashboard.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2850" y="4875628"/>
            <a:ext cx="3184931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Experience immediate data visualization as your sensor reports new values.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4521032"/>
            <a:ext cx="2944844" cy="5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Virtual Pin V0: Temperature Gauge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81462" y="4492457"/>
            <a:ext cx="3229575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Virtual Pin V1: Humidity Gauge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62850" y="4492457"/>
            <a:ext cx="1984438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Real-time Updates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5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886325" y="1771650"/>
            <a:ext cx="1310878" cy="38100"/>
            <a:chOff x="0" y="0"/>
            <a:chExt cx="1310881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0894" cy="38100"/>
            </a:xfrm>
            <a:custGeom>
              <a:avLst/>
              <a:gdLst/>
              <a:ahLst/>
              <a:cxnLst/>
              <a:rect r="r" b="b" t="t" l="l"/>
              <a:pathLst>
                <a:path h="38100" w="1310894">
                  <a:moveTo>
                    <a:pt x="0" y="38100"/>
                  </a:moveTo>
                  <a:lnTo>
                    <a:pt x="1310894" y="38100"/>
                  </a:lnTo>
                  <a:lnTo>
                    <a:pt x="13108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22822" y="2041522"/>
            <a:ext cx="3013072" cy="2232022"/>
            <a:chOff x="0" y="0"/>
            <a:chExt cx="3013075" cy="22320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326" y="68072"/>
              <a:ext cx="2876550" cy="2095754"/>
            </a:xfrm>
            <a:custGeom>
              <a:avLst/>
              <a:gdLst/>
              <a:ahLst/>
              <a:cxnLst/>
              <a:rect r="r" b="b" t="t" l="l"/>
              <a:pathLst>
                <a:path h="2095754" w="2876550">
                  <a:moveTo>
                    <a:pt x="0" y="2095754"/>
                  </a:moveTo>
                  <a:lnTo>
                    <a:pt x="0" y="338328"/>
                  </a:lnTo>
                  <a:cubicBezTo>
                    <a:pt x="0" y="327279"/>
                    <a:pt x="508" y="316230"/>
                    <a:pt x="1651" y="305181"/>
                  </a:cubicBezTo>
                  <a:cubicBezTo>
                    <a:pt x="2794" y="294132"/>
                    <a:pt x="4318" y="283210"/>
                    <a:pt x="6477" y="272415"/>
                  </a:cubicBezTo>
                  <a:cubicBezTo>
                    <a:pt x="8636" y="261620"/>
                    <a:pt x="11303" y="250825"/>
                    <a:pt x="14478" y="240157"/>
                  </a:cubicBezTo>
                  <a:cubicBezTo>
                    <a:pt x="17653" y="229489"/>
                    <a:pt x="21463" y="219202"/>
                    <a:pt x="25654" y="208915"/>
                  </a:cubicBezTo>
                  <a:cubicBezTo>
                    <a:pt x="29845" y="198628"/>
                    <a:pt x="34671" y="188722"/>
                    <a:pt x="39878" y="178943"/>
                  </a:cubicBezTo>
                  <a:cubicBezTo>
                    <a:pt x="45085" y="169164"/>
                    <a:pt x="50800" y="159639"/>
                    <a:pt x="56896" y="150495"/>
                  </a:cubicBezTo>
                  <a:cubicBezTo>
                    <a:pt x="62992" y="141351"/>
                    <a:pt x="69596" y="132461"/>
                    <a:pt x="76708" y="123825"/>
                  </a:cubicBezTo>
                  <a:cubicBezTo>
                    <a:pt x="83820" y="115189"/>
                    <a:pt x="91186" y="107061"/>
                    <a:pt x="98933" y="99187"/>
                  </a:cubicBezTo>
                  <a:cubicBezTo>
                    <a:pt x="106680" y="91313"/>
                    <a:pt x="114935" y="83947"/>
                    <a:pt x="123571" y="76835"/>
                  </a:cubicBezTo>
                  <a:cubicBezTo>
                    <a:pt x="132207" y="69723"/>
                    <a:pt x="140970" y="63246"/>
                    <a:pt x="150241" y="57023"/>
                  </a:cubicBezTo>
                  <a:cubicBezTo>
                    <a:pt x="159512" y="50800"/>
                    <a:pt x="168910" y="45212"/>
                    <a:pt x="178689" y="40005"/>
                  </a:cubicBezTo>
                  <a:cubicBezTo>
                    <a:pt x="188468" y="34798"/>
                    <a:pt x="198501" y="30099"/>
                    <a:pt x="208661" y="25781"/>
                  </a:cubicBezTo>
                  <a:cubicBezTo>
                    <a:pt x="218821" y="21463"/>
                    <a:pt x="229362" y="17780"/>
                    <a:pt x="239903" y="14605"/>
                  </a:cubicBezTo>
                  <a:cubicBezTo>
                    <a:pt x="250444" y="11430"/>
                    <a:pt x="261239" y="8763"/>
                    <a:pt x="272161" y="6477"/>
                  </a:cubicBezTo>
                  <a:cubicBezTo>
                    <a:pt x="283083" y="4191"/>
                    <a:pt x="294005" y="2667"/>
                    <a:pt x="304927" y="1651"/>
                  </a:cubicBezTo>
                  <a:cubicBezTo>
                    <a:pt x="315849" y="635"/>
                    <a:pt x="327025" y="0"/>
                    <a:pt x="338074" y="0"/>
                  </a:cubicBezTo>
                  <a:lnTo>
                    <a:pt x="2876550" y="0"/>
                  </a:lnTo>
                  <a:lnTo>
                    <a:pt x="2876550" y="1757553"/>
                  </a:lnTo>
                  <a:cubicBezTo>
                    <a:pt x="2876550" y="1768602"/>
                    <a:pt x="2876042" y="1779651"/>
                    <a:pt x="2874899" y="1790700"/>
                  </a:cubicBezTo>
                  <a:cubicBezTo>
                    <a:pt x="2873756" y="1801749"/>
                    <a:pt x="2872232" y="1812671"/>
                    <a:pt x="2870073" y="1823466"/>
                  </a:cubicBezTo>
                  <a:cubicBezTo>
                    <a:pt x="2867914" y="1834261"/>
                    <a:pt x="2865247" y="1845056"/>
                    <a:pt x="2862072" y="1855724"/>
                  </a:cubicBezTo>
                  <a:cubicBezTo>
                    <a:pt x="2858897" y="1866392"/>
                    <a:pt x="2855087" y="1876679"/>
                    <a:pt x="2850896" y="1886966"/>
                  </a:cubicBezTo>
                  <a:cubicBezTo>
                    <a:pt x="2846705" y="1897253"/>
                    <a:pt x="2841879" y="1907159"/>
                    <a:pt x="2836672" y="1916938"/>
                  </a:cubicBezTo>
                  <a:cubicBezTo>
                    <a:pt x="2831465" y="1926717"/>
                    <a:pt x="2825750" y="1936242"/>
                    <a:pt x="2819654" y="1945386"/>
                  </a:cubicBezTo>
                  <a:cubicBezTo>
                    <a:pt x="2813558" y="1954530"/>
                    <a:pt x="2806954" y="1963420"/>
                    <a:pt x="2799842" y="1972056"/>
                  </a:cubicBezTo>
                  <a:cubicBezTo>
                    <a:pt x="2792730" y="1980692"/>
                    <a:pt x="2785364" y="1988820"/>
                    <a:pt x="2777617" y="1996694"/>
                  </a:cubicBezTo>
                  <a:cubicBezTo>
                    <a:pt x="2769870" y="2004568"/>
                    <a:pt x="2761615" y="2011934"/>
                    <a:pt x="2752979" y="2018919"/>
                  </a:cubicBezTo>
                  <a:cubicBezTo>
                    <a:pt x="2744343" y="2025904"/>
                    <a:pt x="2735580" y="2032508"/>
                    <a:pt x="2726309" y="2038731"/>
                  </a:cubicBezTo>
                  <a:cubicBezTo>
                    <a:pt x="2717038" y="2044954"/>
                    <a:pt x="2707640" y="2050542"/>
                    <a:pt x="2697861" y="2055749"/>
                  </a:cubicBezTo>
                  <a:cubicBezTo>
                    <a:pt x="2688082" y="2060956"/>
                    <a:pt x="2678049" y="2065655"/>
                    <a:pt x="2667889" y="2069973"/>
                  </a:cubicBezTo>
                  <a:cubicBezTo>
                    <a:pt x="2657729" y="2074291"/>
                    <a:pt x="2647188" y="2077974"/>
                    <a:pt x="2636647" y="2081149"/>
                  </a:cubicBezTo>
                  <a:cubicBezTo>
                    <a:pt x="2626106" y="2084324"/>
                    <a:pt x="2615311" y="2086991"/>
                    <a:pt x="2604516" y="2089150"/>
                  </a:cubicBezTo>
                  <a:cubicBezTo>
                    <a:pt x="2593721" y="2091309"/>
                    <a:pt x="2582672" y="2092960"/>
                    <a:pt x="2571750" y="2093976"/>
                  </a:cubicBezTo>
                  <a:cubicBezTo>
                    <a:pt x="2560828" y="2094992"/>
                    <a:pt x="2549652" y="2095627"/>
                    <a:pt x="2538603" y="2095627"/>
                  </a:cubicBezTo>
                  <a:lnTo>
                    <a:pt x="0" y="2095627"/>
                  </a:lnTo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2886202" cy="2104898"/>
            </a:xfrm>
            <a:custGeom>
              <a:avLst/>
              <a:gdLst/>
              <a:ahLst/>
              <a:cxnLst/>
              <a:rect r="r" b="b" t="t" l="l"/>
              <a:pathLst>
                <a:path h="2104898" w="2886202">
                  <a:moveTo>
                    <a:pt x="0" y="2100326"/>
                  </a:moveTo>
                  <a:lnTo>
                    <a:pt x="0" y="342900"/>
                  </a:lnTo>
                  <a:lnTo>
                    <a:pt x="4826" y="342900"/>
                  </a:ln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lnTo>
                    <a:pt x="1651" y="309245"/>
                  </a:lnTo>
                  <a:lnTo>
                    <a:pt x="1651" y="309245"/>
                  </a:lnTo>
                  <a:cubicBezTo>
                    <a:pt x="2794" y="298069"/>
                    <a:pt x="4445" y="287020"/>
                    <a:pt x="6604" y="275971"/>
                  </a:cubicBezTo>
                  <a:lnTo>
                    <a:pt x="11303" y="276860"/>
                  </a:lnTo>
                  <a:lnTo>
                    <a:pt x="6604" y="275971"/>
                  </a:lnTo>
                  <a:cubicBezTo>
                    <a:pt x="8763" y="264922"/>
                    <a:pt x="11557" y="254127"/>
                    <a:pt x="14732" y="243332"/>
                  </a:cubicBezTo>
                  <a:lnTo>
                    <a:pt x="14732" y="243332"/>
                  </a:lnTo>
                  <a:lnTo>
                    <a:pt x="14732" y="243332"/>
                  </a:lnTo>
                  <a:cubicBezTo>
                    <a:pt x="18034" y="232537"/>
                    <a:pt x="21717" y="221996"/>
                    <a:pt x="26035" y="211709"/>
                  </a:cubicBezTo>
                  <a:lnTo>
                    <a:pt x="30480" y="213487"/>
                  </a:lnTo>
                  <a:lnTo>
                    <a:pt x="26035" y="211709"/>
                  </a:lnTo>
                  <a:cubicBezTo>
                    <a:pt x="30353" y="201295"/>
                    <a:pt x="35179" y="191135"/>
                    <a:pt x="40386" y="181229"/>
                  </a:cubicBezTo>
                  <a:lnTo>
                    <a:pt x="44577" y="183515"/>
                  </a:lnTo>
                  <a:lnTo>
                    <a:pt x="40386" y="181229"/>
                  </a:lnTo>
                  <a:cubicBezTo>
                    <a:pt x="45720" y="171323"/>
                    <a:pt x="51435" y="161671"/>
                    <a:pt x="57658" y="152400"/>
                  </a:cubicBezTo>
                  <a:lnTo>
                    <a:pt x="61595" y="155067"/>
                  </a:lnTo>
                  <a:lnTo>
                    <a:pt x="57785" y="152400"/>
                  </a:lnTo>
                  <a:cubicBezTo>
                    <a:pt x="64008" y="143002"/>
                    <a:pt x="70739" y="133985"/>
                    <a:pt x="77851" y="125349"/>
                  </a:cubicBezTo>
                  <a:lnTo>
                    <a:pt x="81534" y="128397"/>
                  </a:lnTo>
                  <a:lnTo>
                    <a:pt x="77851" y="125349"/>
                  </a:lnTo>
                  <a:cubicBezTo>
                    <a:pt x="84963" y="116713"/>
                    <a:pt x="92456" y="108331"/>
                    <a:pt x="100457" y="100457"/>
                  </a:cubicBezTo>
                  <a:lnTo>
                    <a:pt x="100457" y="100457"/>
                  </a:lnTo>
                  <a:lnTo>
                    <a:pt x="100457" y="100457"/>
                  </a:lnTo>
                  <a:cubicBezTo>
                    <a:pt x="108458" y="92583"/>
                    <a:pt x="116713" y="84963"/>
                    <a:pt x="125349" y="77851"/>
                  </a:cubicBezTo>
                  <a:lnTo>
                    <a:pt x="125349" y="77851"/>
                  </a:lnTo>
                  <a:lnTo>
                    <a:pt x="125349" y="77851"/>
                  </a:lnTo>
                  <a:cubicBezTo>
                    <a:pt x="133985" y="70739"/>
                    <a:pt x="143002" y="64008"/>
                    <a:pt x="152400" y="57785"/>
                  </a:cubicBezTo>
                  <a:lnTo>
                    <a:pt x="152400" y="57785"/>
                  </a:lnTo>
                  <a:lnTo>
                    <a:pt x="152400" y="57785"/>
                  </a:lnTo>
                  <a:cubicBezTo>
                    <a:pt x="161798" y="51562"/>
                    <a:pt x="171323" y="45720"/>
                    <a:pt x="181229" y="40513"/>
                  </a:cubicBezTo>
                  <a:lnTo>
                    <a:pt x="183515" y="44704"/>
                  </a:lnTo>
                  <a:lnTo>
                    <a:pt x="181229" y="40513"/>
                  </a:lnTo>
                  <a:cubicBezTo>
                    <a:pt x="191135" y="35179"/>
                    <a:pt x="201295" y="30353"/>
                    <a:pt x="211709" y="26162"/>
                  </a:cubicBezTo>
                  <a:lnTo>
                    <a:pt x="213487" y="30607"/>
                  </a:lnTo>
                  <a:lnTo>
                    <a:pt x="211709" y="26162"/>
                  </a:lnTo>
                  <a:cubicBezTo>
                    <a:pt x="222123" y="21844"/>
                    <a:pt x="232664" y="18034"/>
                    <a:pt x="243332" y="14859"/>
                  </a:cubicBezTo>
                  <a:lnTo>
                    <a:pt x="244729" y="19431"/>
                  </a:lnTo>
                  <a:lnTo>
                    <a:pt x="243332" y="14859"/>
                  </a:lnTo>
                  <a:cubicBezTo>
                    <a:pt x="254127" y="11557"/>
                    <a:pt x="264922" y="8890"/>
                    <a:pt x="275971" y="6604"/>
                  </a:cubicBezTo>
                  <a:lnTo>
                    <a:pt x="275971" y="6604"/>
                  </a:lnTo>
                  <a:lnTo>
                    <a:pt x="275971" y="6604"/>
                  </a:lnTo>
                  <a:cubicBezTo>
                    <a:pt x="287020" y="4445"/>
                    <a:pt x="298069" y="2794"/>
                    <a:pt x="309245" y="1651"/>
                  </a:cubicBezTo>
                  <a:lnTo>
                    <a:pt x="309245" y="1651"/>
                  </a:lnTo>
                  <a:lnTo>
                    <a:pt x="309245" y="1651"/>
                  </a:lnTo>
                  <a:cubicBezTo>
                    <a:pt x="320421" y="508"/>
                    <a:pt x="331724" y="0"/>
                    <a:pt x="342900" y="0"/>
                  </a:cubicBezTo>
                  <a:lnTo>
                    <a:pt x="342900" y="4826"/>
                  </a:lnTo>
                  <a:lnTo>
                    <a:pt x="342900" y="0"/>
                  </a:lnTo>
                  <a:lnTo>
                    <a:pt x="2881376" y="0"/>
                  </a:lnTo>
                  <a:lnTo>
                    <a:pt x="2886202" y="0"/>
                  </a:lnTo>
                  <a:lnTo>
                    <a:pt x="2886202" y="4826"/>
                  </a:lnTo>
                  <a:lnTo>
                    <a:pt x="2886202" y="1762125"/>
                  </a:lnTo>
                  <a:lnTo>
                    <a:pt x="2881376" y="1762125"/>
                  </a:lnTo>
                  <a:lnTo>
                    <a:pt x="2886202" y="1762125"/>
                  </a:lnTo>
                  <a:cubicBezTo>
                    <a:pt x="2886202" y="1773301"/>
                    <a:pt x="2885694" y="1784604"/>
                    <a:pt x="2884551" y="1795780"/>
                  </a:cubicBezTo>
                  <a:lnTo>
                    <a:pt x="2884551" y="1795780"/>
                  </a:lnTo>
                  <a:lnTo>
                    <a:pt x="2884551" y="1795780"/>
                  </a:lnTo>
                  <a:cubicBezTo>
                    <a:pt x="2883408" y="1806956"/>
                    <a:pt x="2881757" y="1818005"/>
                    <a:pt x="2879598" y="1829054"/>
                  </a:cubicBezTo>
                  <a:lnTo>
                    <a:pt x="2874899" y="1828165"/>
                  </a:lnTo>
                  <a:lnTo>
                    <a:pt x="2879598" y="1829054"/>
                  </a:lnTo>
                  <a:cubicBezTo>
                    <a:pt x="2877439" y="1840103"/>
                    <a:pt x="2874645" y="1850898"/>
                    <a:pt x="2871470" y="1861693"/>
                  </a:cubicBezTo>
                  <a:lnTo>
                    <a:pt x="2871470" y="1861693"/>
                  </a:lnTo>
                  <a:lnTo>
                    <a:pt x="2871470" y="1861693"/>
                  </a:lnTo>
                  <a:cubicBezTo>
                    <a:pt x="2868168" y="1872488"/>
                    <a:pt x="2864485" y="1883029"/>
                    <a:pt x="2860167" y="1893316"/>
                  </a:cubicBezTo>
                  <a:lnTo>
                    <a:pt x="2855722" y="1891538"/>
                  </a:lnTo>
                  <a:lnTo>
                    <a:pt x="2860167" y="1893316"/>
                  </a:lnTo>
                  <a:cubicBezTo>
                    <a:pt x="2855849" y="1903730"/>
                    <a:pt x="2851023" y="1913890"/>
                    <a:pt x="2845816" y="1923796"/>
                  </a:cubicBezTo>
                  <a:lnTo>
                    <a:pt x="2841625" y="1921510"/>
                  </a:lnTo>
                  <a:lnTo>
                    <a:pt x="2845816" y="1923796"/>
                  </a:lnTo>
                  <a:cubicBezTo>
                    <a:pt x="2840482" y="1933702"/>
                    <a:pt x="2834767" y="1943354"/>
                    <a:pt x="2828544" y="1952625"/>
                  </a:cubicBezTo>
                  <a:lnTo>
                    <a:pt x="2828544" y="1952625"/>
                  </a:lnTo>
                  <a:lnTo>
                    <a:pt x="2828544" y="1952625"/>
                  </a:lnTo>
                  <a:cubicBezTo>
                    <a:pt x="2822321" y="1962023"/>
                    <a:pt x="2815590" y="1970913"/>
                    <a:pt x="2808478" y="1979676"/>
                  </a:cubicBezTo>
                  <a:lnTo>
                    <a:pt x="2808478" y="1979676"/>
                  </a:lnTo>
                  <a:lnTo>
                    <a:pt x="2808478" y="1979676"/>
                  </a:lnTo>
                  <a:cubicBezTo>
                    <a:pt x="2801366" y="1988312"/>
                    <a:pt x="2793873" y="1996694"/>
                    <a:pt x="2785872" y="2004568"/>
                  </a:cubicBezTo>
                  <a:lnTo>
                    <a:pt x="2785872" y="2004568"/>
                  </a:lnTo>
                  <a:lnTo>
                    <a:pt x="2785872" y="2004568"/>
                  </a:lnTo>
                  <a:cubicBezTo>
                    <a:pt x="2777871" y="2012442"/>
                    <a:pt x="2769616" y="2020062"/>
                    <a:pt x="2760980" y="2027174"/>
                  </a:cubicBezTo>
                  <a:lnTo>
                    <a:pt x="2760980" y="2027174"/>
                  </a:lnTo>
                  <a:lnTo>
                    <a:pt x="2760980" y="2027174"/>
                  </a:lnTo>
                  <a:cubicBezTo>
                    <a:pt x="2752344" y="2034286"/>
                    <a:pt x="2743327" y="2041017"/>
                    <a:pt x="2733929" y="2047240"/>
                  </a:cubicBezTo>
                  <a:lnTo>
                    <a:pt x="2733929" y="2047240"/>
                  </a:lnTo>
                  <a:lnTo>
                    <a:pt x="2733929" y="2047240"/>
                  </a:lnTo>
                  <a:cubicBezTo>
                    <a:pt x="2724531" y="2053463"/>
                    <a:pt x="2715006" y="2059305"/>
                    <a:pt x="2705100" y="2064512"/>
                  </a:cubicBezTo>
                  <a:lnTo>
                    <a:pt x="2702814" y="2060321"/>
                  </a:lnTo>
                  <a:lnTo>
                    <a:pt x="2705100" y="2064512"/>
                  </a:lnTo>
                  <a:cubicBezTo>
                    <a:pt x="2695194" y="2069846"/>
                    <a:pt x="2685034" y="2074672"/>
                    <a:pt x="2674620" y="2078863"/>
                  </a:cubicBezTo>
                  <a:lnTo>
                    <a:pt x="2672842" y="2074418"/>
                  </a:lnTo>
                  <a:lnTo>
                    <a:pt x="2674620" y="2078863"/>
                  </a:lnTo>
                  <a:cubicBezTo>
                    <a:pt x="2664206" y="2083181"/>
                    <a:pt x="2653665" y="2086991"/>
                    <a:pt x="2642997" y="2090166"/>
                  </a:cubicBezTo>
                  <a:lnTo>
                    <a:pt x="2642997" y="2090166"/>
                  </a:lnTo>
                  <a:lnTo>
                    <a:pt x="2642997" y="2090166"/>
                  </a:lnTo>
                  <a:cubicBezTo>
                    <a:pt x="2632202" y="2093468"/>
                    <a:pt x="2621407" y="2096135"/>
                    <a:pt x="2610358" y="2098294"/>
                  </a:cubicBezTo>
                  <a:lnTo>
                    <a:pt x="2609469" y="2093595"/>
                  </a:lnTo>
                  <a:lnTo>
                    <a:pt x="2610358" y="2098294"/>
                  </a:lnTo>
                  <a:cubicBezTo>
                    <a:pt x="2599309" y="2100453"/>
                    <a:pt x="2588260" y="2102104"/>
                    <a:pt x="2577084" y="2103247"/>
                  </a:cubicBezTo>
                  <a:lnTo>
                    <a:pt x="2577084" y="2103247"/>
                  </a:lnTo>
                  <a:lnTo>
                    <a:pt x="2577084" y="2103247"/>
                  </a:lnTo>
                  <a:cubicBezTo>
                    <a:pt x="2565908" y="2104390"/>
                    <a:pt x="2554732" y="2104898"/>
                    <a:pt x="2543429" y="2104898"/>
                  </a:cubicBezTo>
                  <a:lnTo>
                    <a:pt x="2543429" y="2100072"/>
                  </a:lnTo>
                  <a:lnTo>
                    <a:pt x="2543429" y="2104898"/>
                  </a:lnTo>
                  <a:lnTo>
                    <a:pt x="4826" y="2104898"/>
                  </a:lnTo>
                  <a:lnTo>
                    <a:pt x="0" y="2104898"/>
                  </a:lnTo>
                  <a:lnTo>
                    <a:pt x="0" y="2100072"/>
                  </a:lnTo>
                  <a:moveTo>
                    <a:pt x="9525" y="2100072"/>
                  </a:moveTo>
                  <a:lnTo>
                    <a:pt x="4826" y="2100072"/>
                  </a:lnTo>
                  <a:lnTo>
                    <a:pt x="4826" y="2095500"/>
                  </a:lnTo>
                  <a:lnTo>
                    <a:pt x="2543175" y="2095500"/>
                  </a:lnTo>
                  <a:cubicBezTo>
                    <a:pt x="2554097" y="2095500"/>
                    <a:pt x="2565019" y="2094992"/>
                    <a:pt x="2575814" y="2093849"/>
                  </a:cubicBezTo>
                  <a:lnTo>
                    <a:pt x="2576322" y="2098548"/>
                  </a:lnTo>
                  <a:lnTo>
                    <a:pt x="2575814" y="2093849"/>
                  </a:lnTo>
                  <a:cubicBezTo>
                    <a:pt x="2586609" y="2092833"/>
                    <a:pt x="2597404" y="2091182"/>
                    <a:pt x="2608199" y="2089023"/>
                  </a:cubicBezTo>
                  <a:lnTo>
                    <a:pt x="2608199" y="2089023"/>
                  </a:lnTo>
                  <a:lnTo>
                    <a:pt x="2608199" y="2089023"/>
                  </a:lnTo>
                  <a:cubicBezTo>
                    <a:pt x="2618867" y="2086864"/>
                    <a:pt x="2629535" y="2084197"/>
                    <a:pt x="2639949" y="2081022"/>
                  </a:cubicBezTo>
                  <a:lnTo>
                    <a:pt x="2641346" y="2085594"/>
                  </a:lnTo>
                  <a:lnTo>
                    <a:pt x="2639949" y="2081022"/>
                  </a:lnTo>
                  <a:cubicBezTo>
                    <a:pt x="2650363" y="2077847"/>
                    <a:pt x="2660650" y="2074164"/>
                    <a:pt x="2670810" y="2069973"/>
                  </a:cubicBezTo>
                  <a:lnTo>
                    <a:pt x="2670810" y="2069973"/>
                  </a:lnTo>
                  <a:lnTo>
                    <a:pt x="2670810" y="2069973"/>
                  </a:lnTo>
                  <a:cubicBezTo>
                    <a:pt x="2680843" y="2065782"/>
                    <a:pt x="2690749" y="2061083"/>
                    <a:pt x="2700401" y="2056003"/>
                  </a:cubicBezTo>
                  <a:lnTo>
                    <a:pt x="2700401" y="2056003"/>
                  </a:lnTo>
                  <a:lnTo>
                    <a:pt x="2700401" y="2056003"/>
                  </a:lnTo>
                  <a:cubicBezTo>
                    <a:pt x="2710053" y="2050796"/>
                    <a:pt x="2719324" y="2045208"/>
                    <a:pt x="2728468" y="2039239"/>
                  </a:cubicBezTo>
                  <a:lnTo>
                    <a:pt x="2731135" y="2043176"/>
                  </a:lnTo>
                  <a:lnTo>
                    <a:pt x="2728468" y="2039239"/>
                  </a:lnTo>
                  <a:cubicBezTo>
                    <a:pt x="2737485" y="2033143"/>
                    <a:pt x="2746248" y="2026666"/>
                    <a:pt x="2754757" y="2019681"/>
                  </a:cubicBezTo>
                  <a:lnTo>
                    <a:pt x="2757805" y="2023364"/>
                  </a:lnTo>
                  <a:lnTo>
                    <a:pt x="2754757" y="2019681"/>
                  </a:lnTo>
                  <a:cubicBezTo>
                    <a:pt x="2763139" y="2012696"/>
                    <a:pt x="2771267" y="2005457"/>
                    <a:pt x="2779014" y="1997710"/>
                  </a:cubicBezTo>
                  <a:lnTo>
                    <a:pt x="2782316" y="2001139"/>
                  </a:lnTo>
                  <a:lnTo>
                    <a:pt x="2778887" y="1997837"/>
                  </a:lnTo>
                  <a:cubicBezTo>
                    <a:pt x="2786634" y="1990090"/>
                    <a:pt x="2793873" y="1982089"/>
                    <a:pt x="2800858" y="1973580"/>
                  </a:cubicBezTo>
                  <a:lnTo>
                    <a:pt x="2804541" y="1976628"/>
                  </a:lnTo>
                  <a:lnTo>
                    <a:pt x="2800858" y="1973580"/>
                  </a:lnTo>
                  <a:cubicBezTo>
                    <a:pt x="2807843" y="1965071"/>
                    <a:pt x="2814320" y="1956308"/>
                    <a:pt x="2820416" y="1947291"/>
                  </a:cubicBezTo>
                  <a:lnTo>
                    <a:pt x="2824353" y="1949958"/>
                  </a:lnTo>
                  <a:lnTo>
                    <a:pt x="2820416" y="1947291"/>
                  </a:lnTo>
                  <a:cubicBezTo>
                    <a:pt x="2826512" y="1938274"/>
                    <a:pt x="2832100" y="1928876"/>
                    <a:pt x="2837180" y="1919224"/>
                  </a:cubicBezTo>
                  <a:cubicBezTo>
                    <a:pt x="2842260" y="1909572"/>
                    <a:pt x="2846959" y="1899793"/>
                    <a:pt x="2851150" y="1889633"/>
                  </a:cubicBezTo>
                  <a:lnTo>
                    <a:pt x="2851150" y="1889633"/>
                  </a:lnTo>
                  <a:lnTo>
                    <a:pt x="2851150" y="1889633"/>
                  </a:lnTo>
                  <a:cubicBezTo>
                    <a:pt x="2855341" y="1879600"/>
                    <a:pt x="2859024" y="1869313"/>
                    <a:pt x="2862199" y="1858772"/>
                  </a:cubicBezTo>
                  <a:lnTo>
                    <a:pt x="2866771" y="1860169"/>
                  </a:lnTo>
                  <a:lnTo>
                    <a:pt x="2862199" y="1858772"/>
                  </a:lnTo>
                  <a:cubicBezTo>
                    <a:pt x="2865374" y="1848358"/>
                    <a:pt x="2868041" y="1837690"/>
                    <a:pt x="2870200" y="1827022"/>
                  </a:cubicBezTo>
                  <a:lnTo>
                    <a:pt x="2870200" y="1827022"/>
                  </a:lnTo>
                  <a:lnTo>
                    <a:pt x="2870200" y="1827022"/>
                  </a:lnTo>
                  <a:cubicBezTo>
                    <a:pt x="2872359" y="1816354"/>
                    <a:pt x="2873883" y="1805559"/>
                    <a:pt x="2875026" y="1794637"/>
                  </a:cubicBezTo>
                  <a:lnTo>
                    <a:pt x="2879725" y="1795145"/>
                  </a:lnTo>
                  <a:lnTo>
                    <a:pt x="2875026" y="1794637"/>
                  </a:lnTo>
                  <a:cubicBezTo>
                    <a:pt x="2876042" y="1783715"/>
                    <a:pt x="2876677" y="1772920"/>
                    <a:pt x="2876677" y="1761998"/>
                  </a:cubicBezTo>
                  <a:lnTo>
                    <a:pt x="2876677" y="4826"/>
                  </a:lnTo>
                  <a:lnTo>
                    <a:pt x="2881503" y="4826"/>
                  </a:lnTo>
                  <a:lnTo>
                    <a:pt x="2881503" y="9652"/>
                  </a:lnTo>
                  <a:lnTo>
                    <a:pt x="342900" y="9652"/>
                  </a:lnTo>
                  <a:cubicBezTo>
                    <a:pt x="331978" y="9652"/>
                    <a:pt x="321056" y="10160"/>
                    <a:pt x="310261" y="11303"/>
                  </a:cubicBezTo>
                  <a:lnTo>
                    <a:pt x="309753" y="6604"/>
                  </a:lnTo>
                  <a:lnTo>
                    <a:pt x="310261" y="11303"/>
                  </a:lnTo>
                  <a:cubicBezTo>
                    <a:pt x="299339" y="12319"/>
                    <a:pt x="288544" y="13970"/>
                    <a:pt x="277876" y="16129"/>
                  </a:cubicBezTo>
                  <a:lnTo>
                    <a:pt x="276987" y="11430"/>
                  </a:lnTo>
                  <a:lnTo>
                    <a:pt x="277876" y="16129"/>
                  </a:lnTo>
                  <a:cubicBezTo>
                    <a:pt x="267208" y="18288"/>
                    <a:pt x="256540" y="20955"/>
                    <a:pt x="246126" y="24130"/>
                  </a:cubicBezTo>
                  <a:lnTo>
                    <a:pt x="246126" y="24130"/>
                  </a:lnTo>
                  <a:lnTo>
                    <a:pt x="246126" y="24130"/>
                  </a:lnTo>
                  <a:cubicBezTo>
                    <a:pt x="235712" y="27305"/>
                    <a:pt x="225425" y="30988"/>
                    <a:pt x="215265" y="35179"/>
                  </a:cubicBezTo>
                  <a:lnTo>
                    <a:pt x="215265" y="35179"/>
                  </a:lnTo>
                  <a:lnTo>
                    <a:pt x="215265" y="35179"/>
                  </a:lnTo>
                  <a:cubicBezTo>
                    <a:pt x="205232" y="39370"/>
                    <a:pt x="195326" y="44069"/>
                    <a:pt x="185674" y="49149"/>
                  </a:cubicBezTo>
                  <a:cubicBezTo>
                    <a:pt x="176022" y="54229"/>
                    <a:pt x="166751" y="59944"/>
                    <a:pt x="157607" y="65913"/>
                  </a:cubicBezTo>
                  <a:lnTo>
                    <a:pt x="154940" y="61976"/>
                  </a:lnTo>
                  <a:lnTo>
                    <a:pt x="157607" y="65913"/>
                  </a:lnTo>
                  <a:cubicBezTo>
                    <a:pt x="148463" y="72009"/>
                    <a:pt x="139700" y="78486"/>
                    <a:pt x="131318" y="85344"/>
                  </a:cubicBezTo>
                  <a:lnTo>
                    <a:pt x="128270" y="81661"/>
                  </a:lnTo>
                  <a:lnTo>
                    <a:pt x="131318" y="85344"/>
                  </a:lnTo>
                  <a:cubicBezTo>
                    <a:pt x="122936" y="92329"/>
                    <a:pt x="114808" y="99568"/>
                    <a:pt x="107061" y="107315"/>
                  </a:cubicBezTo>
                  <a:lnTo>
                    <a:pt x="103759" y="103886"/>
                  </a:lnTo>
                  <a:lnTo>
                    <a:pt x="107188" y="107188"/>
                  </a:lnTo>
                  <a:cubicBezTo>
                    <a:pt x="99441" y="114935"/>
                    <a:pt x="92202" y="122936"/>
                    <a:pt x="85217" y="131445"/>
                  </a:cubicBezTo>
                  <a:lnTo>
                    <a:pt x="85217" y="131445"/>
                  </a:lnTo>
                  <a:lnTo>
                    <a:pt x="85217" y="131445"/>
                  </a:lnTo>
                  <a:cubicBezTo>
                    <a:pt x="78232" y="139827"/>
                    <a:pt x="71755" y="148590"/>
                    <a:pt x="65786" y="157734"/>
                  </a:cubicBezTo>
                  <a:lnTo>
                    <a:pt x="65786" y="157734"/>
                  </a:lnTo>
                  <a:lnTo>
                    <a:pt x="65786" y="157734"/>
                  </a:lnTo>
                  <a:cubicBezTo>
                    <a:pt x="59690" y="166751"/>
                    <a:pt x="54102" y="176149"/>
                    <a:pt x="49022" y="185801"/>
                  </a:cubicBezTo>
                  <a:lnTo>
                    <a:pt x="49022" y="185801"/>
                  </a:lnTo>
                  <a:lnTo>
                    <a:pt x="49022" y="185801"/>
                  </a:lnTo>
                  <a:cubicBezTo>
                    <a:pt x="43815" y="195453"/>
                    <a:pt x="39243" y="205232"/>
                    <a:pt x="35052" y="215392"/>
                  </a:cubicBezTo>
                  <a:lnTo>
                    <a:pt x="35052" y="215392"/>
                  </a:lnTo>
                  <a:lnTo>
                    <a:pt x="35052" y="215392"/>
                  </a:lnTo>
                  <a:cubicBezTo>
                    <a:pt x="30861" y="225425"/>
                    <a:pt x="27178" y="235712"/>
                    <a:pt x="24003" y="246253"/>
                  </a:cubicBezTo>
                  <a:lnTo>
                    <a:pt x="19431" y="244856"/>
                  </a:lnTo>
                  <a:lnTo>
                    <a:pt x="24003" y="246253"/>
                  </a:lnTo>
                  <a:cubicBezTo>
                    <a:pt x="20828" y="256667"/>
                    <a:pt x="18161" y="267335"/>
                    <a:pt x="16002" y="278003"/>
                  </a:cubicBezTo>
                  <a:lnTo>
                    <a:pt x="16002" y="278003"/>
                  </a:lnTo>
                  <a:lnTo>
                    <a:pt x="16002" y="278003"/>
                  </a:lnTo>
                  <a:cubicBezTo>
                    <a:pt x="13843" y="288671"/>
                    <a:pt x="12319" y="299466"/>
                    <a:pt x="11176" y="310388"/>
                  </a:cubicBezTo>
                  <a:lnTo>
                    <a:pt x="6477" y="309880"/>
                  </a:lnTo>
                  <a:lnTo>
                    <a:pt x="11176" y="310388"/>
                  </a:lnTo>
                  <a:cubicBezTo>
                    <a:pt x="10160" y="321310"/>
                    <a:pt x="9525" y="332105"/>
                    <a:pt x="9525" y="343027"/>
                  </a:cubicBezTo>
                  <a:lnTo>
                    <a:pt x="9525" y="210032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822822" y="4317997"/>
            <a:ext cx="6070597" cy="1403347"/>
            <a:chOff x="0" y="0"/>
            <a:chExt cx="6070600" cy="140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8326" y="68199"/>
              <a:ext cx="5933948" cy="1266952"/>
            </a:xfrm>
            <a:custGeom>
              <a:avLst/>
              <a:gdLst/>
              <a:ahLst/>
              <a:cxnLst/>
              <a:rect r="r" b="b" t="t" l="l"/>
              <a:pathLst>
                <a:path h="1266952" w="5933948">
                  <a:moveTo>
                    <a:pt x="0" y="1266952"/>
                  </a:moveTo>
                  <a:lnTo>
                    <a:pt x="0" y="338201"/>
                  </a:lnTo>
                  <a:cubicBezTo>
                    <a:pt x="0" y="327152"/>
                    <a:pt x="508" y="316103"/>
                    <a:pt x="1651" y="305054"/>
                  </a:cubicBezTo>
                  <a:cubicBezTo>
                    <a:pt x="2794" y="294005"/>
                    <a:pt x="4318" y="283083"/>
                    <a:pt x="6477" y="272288"/>
                  </a:cubicBezTo>
                  <a:cubicBezTo>
                    <a:pt x="8636" y="261493"/>
                    <a:pt x="11303" y="250698"/>
                    <a:pt x="14478" y="240157"/>
                  </a:cubicBezTo>
                  <a:cubicBezTo>
                    <a:pt x="17653" y="229616"/>
                    <a:pt x="21463" y="219075"/>
                    <a:pt x="25654" y="208915"/>
                  </a:cubicBezTo>
                  <a:cubicBezTo>
                    <a:pt x="29845" y="198755"/>
                    <a:pt x="34671" y="188722"/>
                    <a:pt x="39878" y="178943"/>
                  </a:cubicBezTo>
                  <a:cubicBezTo>
                    <a:pt x="45085" y="169164"/>
                    <a:pt x="50800" y="159639"/>
                    <a:pt x="56896" y="150495"/>
                  </a:cubicBezTo>
                  <a:cubicBezTo>
                    <a:pt x="62992" y="141351"/>
                    <a:pt x="69596" y="132334"/>
                    <a:pt x="76708" y="123825"/>
                  </a:cubicBezTo>
                  <a:cubicBezTo>
                    <a:pt x="83820" y="115316"/>
                    <a:pt x="91186" y="107061"/>
                    <a:pt x="98933" y="99187"/>
                  </a:cubicBezTo>
                  <a:cubicBezTo>
                    <a:pt x="106680" y="91313"/>
                    <a:pt x="114935" y="83947"/>
                    <a:pt x="123571" y="76835"/>
                  </a:cubicBezTo>
                  <a:cubicBezTo>
                    <a:pt x="132207" y="69723"/>
                    <a:pt x="140970" y="63246"/>
                    <a:pt x="150241" y="57023"/>
                  </a:cubicBezTo>
                  <a:cubicBezTo>
                    <a:pt x="159512" y="50800"/>
                    <a:pt x="168910" y="45212"/>
                    <a:pt x="178689" y="40005"/>
                  </a:cubicBezTo>
                  <a:cubicBezTo>
                    <a:pt x="188468" y="34798"/>
                    <a:pt x="198501" y="30099"/>
                    <a:pt x="208661" y="25781"/>
                  </a:cubicBezTo>
                  <a:cubicBezTo>
                    <a:pt x="218821" y="21463"/>
                    <a:pt x="229362" y="17780"/>
                    <a:pt x="239903" y="14605"/>
                  </a:cubicBezTo>
                  <a:cubicBezTo>
                    <a:pt x="250444" y="11430"/>
                    <a:pt x="261239" y="8763"/>
                    <a:pt x="272161" y="6477"/>
                  </a:cubicBezTo>
                  <a:cubicBezTo>
                    <a:pt x="283083" y="4191"/>
                    <a:pt x="294005" y="2667"/>
                    <a:pt x="304927" y="1651"/>
                  </a:cubicBezTo>
                  <a:cubicBezTo>
                    <a:pt x="315849" y="635"/>
                    <a:pt x="327025" y="0"/>
                    <a:pt x="338074" y="0"/>
                  </a:cubicBezTo>
                  <a:lnTo>
                    <a:pt x="5933948" y="0"/>
                  </a:lnTo>
                  <a:lnTo>
                    <a:pt x="5933948" y="928751"/>
                  </a:lnTo>
                  <a:cubicBezTo>
                    <a:pt x="5933948" y="939800"/>
                    <a:pt x="5933440" y="950849"/>
                    <a:pt x="5932297" y="961898"/>
                  </a:cubicBezTo>
                  <a:cubicBezTo>
                    <a:pt x="5931154" y="972947"/>
                    <a:pt x="5929630" y="983869"/>
                    <a:pt x="5927471" y="994664"/>
                  </a:cubicBezTo>
                  <a:cubicBezTo>
                    <a:pt x="5925312" y="1005459"/>
                    <a:pt x="5922645" y="1016254"/>
                    <a:pt x="5919470" y="1026795"/>
                  </a:cubicBezTo>
                  <a:cubicBezTo>
                    <a:pt x="5916295" y="1037336"/>
                    <a:pt x="5912485" y="1047750"/>
                    <a:pt x="5908294" y="1058037"/>
                  </a:cubicBezTo>
                  <a:cubicBezTo>
                    <a:pt x="5904102" y="1068324"/>
                    <a:pt x="5899277" y="1078230"/>
                    <a:pt x="5894070" y="1088009"/>
                  </a:cubicBezTo>
                  <a:cubicBezTo>
                    <a:pt x="5888863" y="1097788"/>
                    <a:pt x="5883148" y="1107313"/>
                    <a:pt x="5877052" y="1116457"/>
                  </a:cubicBezTo>
                  <a:cubicBezTo>
                    <a:pt x="5870956" y="1125601"/>
                    <a:pt x="5864352" y="1134491"/>
                    <a:pt x="5857240" y="1143127"/>
                  </a:cubicBezTo>
                  <a:cubicBezTo>
                    <a:pt x="5850128" y="1151763"/>
                    <a:pt x="5842762" y="1159891"/>
                    <a:pt x="5835015" y="1167765"/>
                  </a:cubicBezTo>
                  <a:cubicBezTo>
                    <a:pt x="5827268" y="1175639"/>
                    <a:pt x="5819013" y="1183005"/>
                    <a:pt x="5810377" y="1189990"/>
                  </a:cubicBezTo>
                  <a:cubicBezTo>
                    <a:pt x="5801741" y="1196975"/>
                    <a:pt x="5792978" y="1203579"/>
                    <a:pt x="5783707" y="1209802"/>
                  </a:cubicBezTo>
                  <a:cubicBezTo>
                    <a:pt x="5774436" y="1216025"/>
                    <a:pt x="5765038" y="1221613"/>
                    <a:pt x="5755259" y="1226820"/>
                  </a:cubicBezTo>
                  <a:cubicBezTo>
                    <a:pt x="5745480" y="1232027"/>
                    <a:pt x="5735447" y="1236726"/>
                    <a:pt x="5725287" y="1241044"/>
                  </a:cubicBezTo>
                  <a:cubicBezTo>
                    <a:pt x="5715127" y="1245362"/>
                    <a:pt x="5704586" y="1249045"/>
                    <a:pt x="5694045" y="1252220"/>
                  </a:cubicBezTo>
                  <a:cubicBezTo>
                    <a:pt x="5683504" y="1255395"/>
                    <a:pt x="5672709" y="1258062"/>
                    <a:pt x="5661914" y="1260221"/>
                  </a:cubicBezTo>
                  <a:cubicBezTo>
                    <a:pt x="5651119" y="1262380"/>
                    <a:pt x="5640070" y="1264031"/>
                    <a:pt x="5629148" y="1265047"/>
                  </a:cubicBezTo>
                  <a:cubicBezTo>
                    <a:pt x="5618227" y="1266063"/>
                    <a:pt x="5607050" y="1266698"/>
                    <a:pt x="5596002" y="1266698"/>
                  </a:cubicBezTo>
                  <a:lnTo>
                    <a:pt x="0" y="1266698"/>
                  </a:lnTo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5943600" cy="1276223"/>
            </a:xfrm>
            <a:custGeom>
              <a:avLst/>
              <a:gdLst/>
              <a:ahLst/>
              <a:cxnLst/>
              <a:rect r="r" b="b" t="t" l="l"/>
              <a:pathLst>
                <a:path h="1276223" w="5943600">
                  <a:moveTo>
                    <a:pt x="0" y="1271651"/>
                  </a:moveTo>
                  <a:lnTo>
                    <a:pt x="0" y="342900"/>
                  </a:lnTo>
                  <a:lnTo>
                    <a:pt x="4826" y="342900"/>
                  </a:ln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lnTo>
                    <a:pt x="1651" y="309245"/>
                  </a:lnTo>
                  <a:lnTo>
                    <a:pt x="1651" y="309245"/>
                  </a:lnTo>
                  <a:cubicBezTo>
                    <a:pt x="2794" y="298069"/>
                    <a:pt x="4445" y="287020"/>
                    <a:pt x="6604" y="275971"/>
                  </a:cubicBezTo>
                  <a:lnTo>
                    <a:pt x="11303" y="276860"/>
                  </a:lnTo>
                  <a:lnTo>
                    <a:pt x="6604" y="275971"/>
                  </a:lnTo>
                  <a:cubicBezTo>
                    <a:pt x="8763" y="264922"/>
                    <a:pt x="11557" y="254127"/>
                    <a:pt x="14732" y="243332"/>
                  </a:cubicBezTo>
                  <a:lnTo>
                    <a:pt x="14732" y="243332"/>
                  </a:lnTo>
                  <a:lnTo>
                    <a:pt x="14732" y="243332"/>
                  </a:lnTo>
                  <a:cubicBezTo>
                    <a:pt x="18034" y="232537"/>
                    <a:pt x="21717" y="221996"/>
                    <a:pt x="26035" y="211709"/>
                  </a:cubicBezTo>
                  <a:lnTo>
                    <a:pt x="30480" y="213487"/>
                  </a:lnTo>
                  <a:lnTo>
                    <a:pt x="26035" y="211709"/>
                  </a:lnTo>
                  <a:cubicBezTo>
                    <a:pt x="30353" y="201295"/>
                    <a:pt x="35179" y="191135"/>
                    <a:pt x="40386" y="181229"/>
                  </a:cubicBezTo>
                  <a:lnTo>
                    <a:pt x="44577" y="183515"/>
                  </a:lnTo>
                  <a:lnTo>
                    <a:pt x="40386" y="181229"/>
                  </a:lnTo>
                  <a:cubicBezTo>
                    <a:pt x="45720" y="171323"/>
                    <a:pt x="51435" y="161671"/>
                    <a:pt x="57658" y="152400"/>
                  </a:cubicBezTo>
                  <a:lnTo>
                    <a:pt x="61595" y="155067"/>
                  </a:lnTo>
                  <a:lnTo>
                    <a:pt x="57785" y="152400"/>
                  </a:lnTo>
                  <a:cubicBezTo>
                    <a:pt x="64008" y="143002"/>
                    <a:pt x="70739" y="133985"/>
                    <a:pt x="77851" y="125349"/>
                  </a:cubicBezTo>
                  <a:lnTo>
                    <a:pt x="81534" y="128397"/>
                  </a:lnTo>
                  <a:lnTo>
                    <a:pt x="77851" y="125349"/>
                  </a:lnTo>
                  <a:cubicBezTo>
                    <a:pt x="84963" y="116713"/>
                    <a:pt x="92456" y="108331"/>
                    <a:pt x="100457" y="100457"/>
                  </a:cubicBezTo>
                  <a:lnTo>
                    <a:pt x="100457" y="100457"/>
                  </a:lnTo>
                  <a:lnTo>
                    <a:pt x="100457" y="100457"/>
                  </a:lnTo>
                  <a:cubicBezTo>
                    <a:pt x="108458" y="92583"/>
                    <a:pt x="116713" y="84963"/>
                    <a:pt x="125349" y="77851"/>
                  </a:cubicBezTo>
                  <a:lnTo>
                    <a:pt x="125349" y="77851"/>
                  </a:lnTo>
                  <a:lnTo>
                    <a:pt x="125349" y="77851"/>
                  </a:lnTo>
                  <a:cubicBezTo>
                    <a:pt x="133985" y="70739"/>
                    <a:pt x="143002" y="64008"/>
                    <a:pt x="152400" y="57785"/>
                  </a:cubicBezTo>
                  <a:lnTo>
                    <a:pt x="155067" y="61722"/>
                  </a:lnTo>
                  <a:lnTo>
                    <a:pt x="152400" y="57785"/>
                  </a:lnTo>
                  <a:cubicBezTo>
                    <a:pt x="161798" y="51562"/>
                    <a:pt x="171323" y="45720"/>
                    <a:pt x="181229" y="40513"/>
                  </a:cubicBezTo>
                  <a:lnTo>
                    <a:pt x="183515" y="44704"/>
                  </a:lnTo>
                  <a:lnTo>
                    <a:pt x="181229" y="40513"/>
                  </a:lnTo>
                  <a:cubicBezTo>
                    <a:pt x="191135" y="35179"/>
                    <a:pt x="201295" y="30353"/>
                    <a:pt x="211709" y="26162"/>
                  </a:cubicBezTo>
                  <a:lnTo>
                    <a:pt x="213487" y="30607"/>
                  </a:lnTo>
                  <a:lnTo>
                    <a:pt x="211709" y="26162"/>
                  </a:lnTo>
                  <a:cubicBezTo>
                    <a:pt x="222123" y="21844"/>
                    <a:pt x="232664" y="18034"/>
                    <a:pt x="243332" y="14859"/>
                  </a:cubicBezTo>
                  <a:lnTo>
                    <a:pt x="244729" y="19431"/>
                  </a:lnTo>
                  <a:lnTo>
                    <a:pt x="243332" y="14859"/>
                  </a:lnTo>
                  <a:cubicBezTo>
                    <a:pt x="254127" y="11557"/>
                    <a:pt x="264922" y="8890"/>
                    <a:pt x="275971" y="6731"/>
                  </a:cubicBezTo>
                  <a:lnTo>
                    <a:pt x="275971" y="6731"/>
                  </a:lnTo>
                  <a:lnTo>
                    <a:pt x="275971" y="6731"/>
                  </a:lnTo>
                  <a:cubicBezTo>
                    <a:pt x="287020" y="4572"/>
                    <a:pt x="298069" y="2921"/>
                    <a:pt x="309245" y="1778"/>
                  </a:cubicBezTo>
                  <a:lnTo>
                    <a:pt x="309245" y="1778"/>
                  </a:lnTo>
                  <a:lnTo>
                    <a:pt x="309245" y="1778"/>
                  </a:lnTo>
                  <a:cubicBezTo>
                    <a:pt x="320421" y="508"/>
                    <a:pt x="331724" y="0"/>
                    <a:pt x="342900" y="0"/>
                  </a:cubicBezTo>
                  <a:lnTo>
                    <a:pt x="342900" y="4826"/>
                  </a:lnTo>
                  <a:lnTo>
                    <a:pt x="342900" y="0"/>
                  </a:lnTo>
                  <a:lnTo>
                    <a:pt x="5938774" y="0"/>
                  </a:lnTo>
                  <a:lnTo>
                    <a:pt x="5943600" y="0"/>
                  </a:lnTo>
                  <a:lnTo>
                    <a:pt x="5943600" y="4826"/>
                  </a:lnTo>
                  <a:lnTo>
                    <a:pt x="5943600" y="933450"/>
                  </a:lnTo>
                  <a:lnTo>
                    <a:pt x="5938774" y="933450"/>
                  </a:lnTo>
                  <a:lnTo>
                    <a:pt x="5943600" y="933450"/>
                  </a:lnTo>
                  <a:cubicBezTo>
                    <a:pt x="5943600" y="944626"/>
                    <a:pt x="5943092" y="955929"/>
                    <a:pt x="5941949" y="967105"/>
                  </a:cubicBezTo>
                  <a:lnTo>
                    <a:pt x="5941949" y="967105"/>
                  </a:lnTo>
                  <a:lnTo>
                    <a:pt x="5941949" y="967105"/>
                  </a:lnTo>
                  <a:cubicBezTo>
                    <a:pt x="5940806" y="978281"/>
                    <a:pt x="5939155" y="989330"/>
                    <a:pt x="5936996" y="1000379"/>
                  </a:cubicBezTo>
                  <a:lnTo>
                    <a:pt x="5932297" y="999490"/>
                  </a:lnTo>
                  <a:lnTo>
                    <a:pt x="5936996" y="1000379"/>
                  </a:lnTo>
                  <a:cubicBezTo>
                    <a:pt x="5934837" y="1011428"/>
                    <a:pt x="5932043" y="1022223"/>
                    <a:pt x="5928868" y="1033018"/>
                  </a:cubicBezTo>
                  <a:lnTo>
                    <a:pt x="5928868" y="1033018"/>
                  </a:lnTo>
                  <a:lnTo>
                    <a:pt x="5928868" y="1033018"/>
                  </a:lnTo>
                  <a:cubicBezTo>
                    <a:pt x="5925565" y="1043813"/>
                    <a:pt x="5921883" y="1054354"/>
                    <a:pt x="5917564" y="1064641"/>
                  </a:cubicBezTo>
                  <a:lnTo>
                    <a:pt x="5913119" y="1062863"/>
                  </a:lnTo>
                  <a:lnTo>
                    <a:pt x="5917564" y="1064641"/>
                  </a:lnTo>
                  <a:cubicBezTo>
                    <a:pt x="5913246" y="1075055"/>
                    <a:pt x="5908420" y="1085215"/>
                    <a:pt x="5903213" y="1095121"/>
                  </a:cubicBezTo>
                  <a:lnTo>
                    <a:pt x="5899022" y="1092835"/>
                  </a:lnTo>
                  <a:lnTo>
                    <a:pt x="5903213" y="1095121"/>
                  </a:lnTo>
                  <a:cubicBezTo>
                    <a:pt x="5897879" y="1105027"/>
                    <a:pt x="5892164" y="1114679"/>
                    <a:pt x="5885942" y="1123950"/>
                  </a:cubicBezTo>
                  <a:lnTo>
                    <a:pt x="5885942" y="1123950"/>
                  </a:lnTo>
                  <a:lnTo>
                    <a:pt x="5885942" y="1123950"/>
                  </a:lnTo>
                  <a:cubicBezTo>
                    <a:pt x="5879719" y="1133221"/>
                    <a:pt x="5872988" y="1142238"/>
                    <a:pt x="5865876" y="1151001"/>
                  </a:cubicBezTo>
                  <a:lnTo>
                    <a:pt x="5862193" y="1147953"/>
                  </a:lnTo>
                  <a:lnTo>
                    <a:pt x="5865876" y="1151001"/>
                  </a:lnTo>
                  <a:cubicBezTo>
                    <a:pt x="5858764" y="1159637"/>
                    <a:pt x="5851271" y="1168019"/>
                    <a:pt x="5843270" y="1175893"/>
                  </a:cubicBezTo>
                  <a:lnTo>
                    <a:pt x="5843270" y="1175893"/>
                  </a:lnTo>
                  <a:lnTo>
                    <a:pt x="5843270" y="1175893"/>
                  </a:lnTo>
                  <a:cubicBezTo>
                    <a:pt x="5835269" y="1183767"/>
                    <a:pt x="5827014" y="1191387"/>
                    <a:pt x="5818378" y="1198499"/>
                  </a:cubicBezTo>
                  <a:lnTo>
                    <a:pt x="5815330" y="1194816"/>
                  </a:lnTo>
                  <a:lnTo>
                    <a:pt x="5818378" y="1198499"/>
                  </a:lnTo>
                  <a:cubicBezTo>
                    <a:pt x="5809742" y="1205611"/>
                    <a:pt x="5800725" y="1212342"/>
                    <a:pt x="5791327" y="1218565"/>
                  </a:cubicBezTo>
                  <a:lnTo>
                    <a:pt x="5788660" y="1214628"/>
                  </a:lnTo>
                  <a:lnTo>
                    <a:pt x="5791327" y="1218565"/>
                  </a:lnTo>
                  <a:cubicBezTo>
                    <a:pt x="5781929" y="1224788"/>
                    <a:pt x="5772404" y="1230630"/>
                    <a:pt x="5762498" y="1235837"/>
                  </a:cubicBezTo>
                  <a:lnTo>
                    <a:pt x="5760212" y="1231646"/>
                  </a:lnTo>
                  <a:lnTo>
                    <a:pt x="5762498" y="1235837"/>
                  </a:lnTo>
                  <a:cubicBezTo>
                    <a:pt x="5752592" y="1241171"/>
                    <a:pt x="5742432" y="1245870"/>
                    <a:pt x="5732018" y="1250188"/>
                  </a:cubicBezTo>
                  <a:lnTo>
                    <a:pt x="5730240" y="1245743"/>
                  </a:lnTo>
                  <a:lnTo>
                    <a:pt x="5732018" y="1250188"/>
                  </a:lnTo>
                  <a:cubicBezTo>
                    <a:pt x="5721604" y="1254506"/>
                    <a:pt x="5711063" y="1258316"/>
                    <a:pt x="5700395" y="1261491"/>
                  </a:cubicBezTo>
                  <a:lnTo>
                    <a:pt x="5700395" y="1261491"/>
                  </a:lnTo>
                  <a:lnTo>
                    <a:pt x="5700395" y="1261491"/>
                  </a:lnTo>
                  <a:cubicBezTo>
                    <a:pt x="5689600" y="1264793"/>
                    <a:pt x="5678805" y="1267460"/>
                    <a:pt x="5667756" y="1269619"/>
                  </a:cubicBezTo>
                  <a:lnTo>
                    <a:pt x="5667756" y="1269619"/>
                  </a:lnTo>
                  <a:lnTo>
                    <a:pt x="5667756" y="1269619"/>
                  </a:lnTo>
                  <a:cubicBezTo>
                    <a:pt x="5656707" y="1271778"/>
                    <a:pt x="5645658" y="1273429"/>
                    <a:pt x="5634482" y="1274572"/>
                  </a:cubicBezTo>
                  <a:lnTo>
                    <a:pt x="5633974" y="1269873"/>
                  </a:lnTo>
                  <a:lnTo>
                    <a:pt x="5634482" y="1274572"/>
                  </a:lnTo>
                  <a:cubicBezTo>
                    <a:pt x="5623306" y="1275715"/>
                    <a:pt x="5612130" y="1276223"/>
                    <a:pt x="5600827" y="1276223"/>
                  </a:cubicBezTo>
                  <a:lnTo>
                    <a:pt x="5600827" y="1271397"/>
                  </a:lnTo>
                  <a:lnTo>
                    <a:pt x="5600827" y="1276223"/>
                  </a:lnTo>
                  <a:lnTo>
                    <a:pt x="4826" y="1276223"/>
                  </a:lnTo>
                  <a:lnTo>
                    <a:pt x="0" y="1276223"/>
                  </a:lnTo>
                  <a:lnTo>
                    <a:pt x="0" y="1271397"/>
                  </a:lnTo>
                  <a:moveTo>
                    <a:pt x="9525" y="1271397"/>
                  </a:moveTo>
                  <a:lnTo>
                    <a:pt x="4826" y="1271397"/>
                  </a:lnTo>
                  <a:lnTo>
                    <a:pt x="4826" y="1266571"/>
                  </a:lnTo>
                  <a:lnTo>
                    <a:pt x="5600700" y="1266571"/>
                  </a:lnTo>
                  <a:cubicBezTo>
                    <a:pt x="5611622" y="1266571"/>
                    <a:pt x="5622544" y="1266063"/>
                    <a:pt x="5633339" y="1264920"/>
                  </a:cubicBezTo>
                  <a:lnTo>
                    <a:pt x="5633339" y="1264920"/>
                  </a:lnTo>
                  <a:lnTo>
                    <a:pt x="5633339" y="1264920"/>
                  </a:lnTo>
                  <a:cubicBezTo>
                    <a:pt x="5644134" y="1263904"/>
                    <a:pt x="5654929" y="1262253"/>
                    <a:pt x="5665724" y="1260094"/>
                  </a:cubicBezTo>
                  <a:lnTo>
                    <a:pt x="5666613" y="1264793"/>
                  </a:lnTo>
                  <a:lnTo>
                    <a:pt x="5665724" y="1260094"/>
                  </a:lnTo>
                  <a:cubicBezTo>
                    <a:pt x="5676392" y="1257935"/>
                    <a:pt x="5687060" y="1255268"/>
                    <a:pt x="5697474" y="1252093"/>
                  </a:cubicBezTo>
                  <a:lnTo>
                    <a:pt x="5698871" y="1256665"/>
                  </a:lnTo>
                  <a:lnTo>
                    <a:pt x="5697474" y="1252093"/>
                  </a:lnTo>
                  <a:cubicBezTo>
                    <a:pt x="5707888" y="1248918"/>
                    <a:pt x="5718175" y="1245235"/>
                    <a:pt x="5728335" y="1241044"/>
                  </a:cubicBezTo>
                  <a:lnTo>
                    <a:pt x="5728335" y="1241044"/>
                  </a:lnTo>
                  <a:lnTo>
                    <a:pt x="5728335" y="1241044"/>
                  </a:lnTo>
                  <a:cubicBezTo>
                    <a:pt x="5738368" y="1236853"/>
                    <a:pt x="5748274" y="1232154"/>
                    <a:pt x="5757926" y="1227074"/>
                  </a:cubicBezTo>
                  <a:lnTo>
                    <a:pt x="5757926" y="1227074"/>
                  </a:lnTo>
                  <a:lnTo>
                    <a:pt x="5757926" y="1227074"/>
                  </a:lnTo>
                  <a:cubicBezTo>
                    <a:pt x="5767578" y="1221867"/>
                    <a:pt x="5776849" y="1216279"/>
                    <a:pt x="5785993" y="1210310"/>
                  </a:cubicBezTo>
                  <a:lnTo>
                    <a:pt x="5785993" y="1210310"/>
                  </a:lnTo>
                  <a:lnTo>
                    <a:pt x="5785993" y="1210310"/>
                  </a:lnTo>
                  <a:cubicBezTo>
                    <a:pt x="5795009" y="1204214"/>
                    <a:pt x="5803772" y="1197737"/>
                    <a:pt x="5812282" y="1190879"/>
                  </a:cubicBezTo>
                  <a:lnTo>
                    <a:pt x="5812282" y="1190879"/>
                  </a:lnTo>
                  <a:lnTo>
                    <a:pt x="5812282" y="1190879"/>
                  </a:lnTo>
                  <a:cubicBezTo>
                    <a:pt x="5820664" y="1183894"/>
                    <a:pt x="5828792" y="1176655"/>
                    <a:pt x="5836539" y="1168908"/>
                  </a:cubicBezTo>
                  <a:lnTo>
                    <a:pt x="5839968" y="1172337"/>
                  </a:lnTo>
                  <a:lnTo>
                    <a:pt x="5836539" y="1169035"/>
                  </a:lnTo>
                  <a:cubicBezTo>
                    <a:pt x="5844286" y="1161288"/>
                    <a:pt x="5851525" y="1153287"/>
                    <a:pt x="5858510" y="1144778"/>
                  </a:cubicBezTo>
                  <a:lnTo>
                    <a:pt x="5858510" y="1144778"/>
                  </a:lnTo>
                  <a:lnTo>
                    <a:pt x="5858510" y="1144778"/>
                  </a:lnTo>
                  <a:cubicBezTo>
                    <a:pt x="5865495" y="1136396"/>
                    <a:pt x="5871972" y="1127633"/>
                    <a:pt x="5878068" y="1118489"/>
                  </a:cubicBezTo>
                  <a:lnTo>
                    <a:pt x="5882005" y="1121156"/>
                  </a:lnTo>
                  <a:lnTo>
                    <a:pt x="5878068" y="1118489"/>
                  </a:lnTo>
                  <a:cubicBezTo>
                    <a:pt x="5884164" y="1109472"/>
                    <a:pt x="5889752" y="1100074"/>
                    <a:pt x="5894832" y="1090422"/>
                  </a:cubicBezTo>
                  <a:lnTo>
                    <a:pt x="5894832" y="1090422"/>
                  </a:lnTo>
                  <a:lnTo>
                    <a:pt x="5894832" y="1090422"/>
                  </a:lnTo>
                  <a:cubicBezTo>
                    <a:pt x="5900039" y="1080770"/>
                    <a:pt x="5904611" y="1070991"/>
                    <a:pt x="5908802" y="1060831"/>
                  </a:cubicBezTo>
                  <a:lnTo>
                    <a:pt x="5908802" y="1060831"/>
                  </a:lnTo>
                  <a:lnTo>
                    <a:pt x="5908802" y="1060831"/>
                  </a:lnTo>
                  <a:cubicBezTo>
                    <a:pt x="5912993" y="1050798"/>
                    <a:pt x="5916676" y="1040511"/>
                    <a:pt x="5919851" y="1029970"/>
                  </a:cubicBezTo>
                  <a:lnTo>
                    <a:pt x="5924423" y="1031367"/>
                  </a:lnTo>
                  <a:lnTo>
                    <a:pt x="5919851" y="1029970"/>
                  </a:lnTo>
                  <a:cubicBezTo>
                    <a:pt x="5923026" y="1019556"/>
                    <a:pt x="5925693" y="1008888"/>
                    <a:pt x="5927852" y="998220"/>
                  </a:cubicBezTo>
                  <a:lnTo>
                    <a:pt x="5927852" y="998220"/>
                  </a:lnTo>
                  <a:lnTo>
                    <a:pt x="5927852" y="998220"/>
                  </a:lnTo>
                  <a:cubicBezTo>
                    <a:pt x="5930011" y="987552"/>
                    <a:pt x="5931535" y="976757"/>
                    <a:pt x="5932678" y="965835"/>
                  </a:cubicBezTo>
                  <a:lnTo>
                    <a:pt x="5937377" y="966343"/>
                  </a:lnTo>
                  <a:lnTo>
                    <a:pt x="5932678" y="965835"/>
                  </a:lnTo>
                  <a:cubicBezTo>
                    <a:pt x="5933694" y="954913"/>
                    <a:pt x="5934329" y="944118"/>
                    <a:pt x="5934329" y="933196"/>
                  </a:cubicBezTo>
                  <a:lnTo>
                    <a:pt x="5934329" y="4826"/>
                  </a:lnTo>
                  <a:lnTo>
                    <a:pt x="5939155" y="4826"/>
                  </a:lnTo>
                  <a:lnTo>
                    <a:pt x="5939155" y="9652"/>
                  </a:lnTo>
                  <a:lnTo>
                    <a:pt x="342900" y="9652"/>
                  </a:lnTo>
                  <a:cubicBezTo>
                    <a:pt x="331978" y="9652"/>
                    <a:pt x="321056" y="10160"/>
                    <a:pt x="310261" y="11303"/>
                  </a:cubicBezTo>
                  <a:lnTo>
                    <a:pt x="309753" y="6604"/>
                  </a:lnTo>
                  <a:lnTo>
                    <a:pt x="310261" y="11303"/>
                  </a:lnTo>
                  <a:cubicBezTo>
                    <a:pt x="299339" y="12319"/>
                    <a:pt x="288544" y="13970"/>
                    <a:pt x="277876" y="16129"/>
                  </a:cubicBezTo>
                  <a:lnTo>
                    <a:pt x="276987" y="11430"/>
                  </a:lnTo>
                  <a:lnTo>
                    <a:pt x="277876" y="16129"/>
                  </a:lnTo>
                  <a:cubicBezTo>
                    <a:pt x="267208" y="18288"/>
                    <a:pt x="256540" y="20955"/>
                    <a:pt x="246126" y="24130"/>
                  </a:cubicBezTo>
                  <a:lnTo>
                    <a:pt x="246126" y="24130"/>
                  </a:lnTo>
                  <a:lnTo>
                    <a:pt x="246126" y="24130"/>
                  </a:lnTo>
                  <a:cubicBezTo>
                    <a:pt x="235712" y="27305"/>
                    <a:pt x="225425" y="30988"/>
                    <a:pt x="215265" y="35179"/>
                  </a:cubicBezTo>
                  <a:lnTo>
                    <a:pt x="215265" y="35179"/>
                  </a:lnTo>
                  <a:lnTo>
                    <a:pt x="215265" y="35179"/>
                  </a:lnTo>
                  <a:cubicBezTo>
                    <a:pt x="205232" y="39370"/>
                    <a:pt x="195326" y="44069"/>
                    <a:pt x="185674" y="49149"/>
                  </a:cubicBezTo>
                  <a:lnTo>
                    <a:pt x="185674" y="49149"/>
                  </a:lnTo>
                  <a:lnTo>
                    <a:pt x="185674" y="49149"/>
                  </a:lnTo>
                  <a:cubicBezTo>
                    <a:pt x="176022" y="54356"/>
                    <a:pt x="166751" y="59944"/>
                    <a:pt x="157607" y="65913"/>
                  </a:cubicBezTo>
                  <a:lnTo>
                    <a:pt x="157607" y="65913"/>
                  </a:lnTo>
                  <a:lnTo>
                    <a:pt x="157607" y="65913"/>
                  </a:lnTo>
                  <a:cubicBezTo>
                    <a:pt x="148463" y="72009"/>
                    <a:pt x="139700" y="78486"/>
                    <a:pt x="131318" y="85344"/>
                  </a:cubicBezTo>
                  <a:lnTo>
                    <a:pt x="128270" y="81661"/>
                  </a:lnTo>
                  <a:lnTo>
                    <a:pt x="131318" y="85344"/>
                  </a:lnTo>
                  <a:cubicBezTo>
                    <a:pt x="122936" y="92329"/>
                    <a:pt x="114808" y="99568"/>
                    <a:pt x="107061" y="107315"/>
                  </a:cubicBezTo>
                  <a:lnTo>
                    <a:pt x="103759" y="103886"/>
                  </a:lnTo>
                  <a:lnTo>
                    <a:pt x="107188" y="107188"/>
                  </a:lnTo>
                  <a:cubicBezTo>
                    <a:pt x="99441" y="114935"/>
                    <a:pt x="92202" y="122936"/>
                    <a:pt x="85217" y="131445"/>
                  </a:cubicBezTo>
                  <a:lnTo>
                    <a:pt x="85217" y="131445"/>
                  </a:lnTo>
                  <a:lnTo>
                    <a:pt x="85217" y="131445"/>
                  </a:lnTo>
                  <a:cubicBezTo>
                    <a:pt x="78232" y="139827"/>
                    <a:pt x="71755" y="148590"/>
                    <a:pt x="65786" y="157734"/>
                  </a:cubicBezTo>
                  <a:lnTo>
                    <a:pt x="65786" y="157734"/>
                  </a:lnTo>
                  <a:lnTo>
                    <a:pt x="65786" y="157734"/>
                  </a:lnTo>
                  <a:cubicBezTo>
                    <a:pt x="59690" y="166751"/>
                    <a:pt x="54102" y="176149"/>
                    <a:pt x="49022" y="185801"/>
                  </a:cubicBezTo>
                  <a:cubicBezTo>
                    <a:pt x="43942" y="195453"/>
                    <a:pt x="39243" y="205232"/>
                    <a:pt x="35052" y="215392"/>
                  </a:cubicBezTo>
                  <a:lnTo>
                    <a:pt x="35052" y="215392"/>
                  </a:lnTo>
                  <a:lnTo>
                    <a:pt x="35052" y="215392"/>
                  </a:lnTo>
                  <a:cubicBezTo>
                    <a:pt x="30861" y="225425"/>
                    <a:pt x="27178" y="235712"/>
                    <a:pt x="24003" y="246253"/>
                  </a:cubicBezTo>
                  <a:lnTo>
                    <a:pt x="19431" y="244856"/>
                  </a:lnTo>
                  <a:lnTo>
                    <a:pt x="24003" y="246253"/>
                  </a:lnTo>
                  <a:cubicBezTo>
                    <a:pt x="20828" y="256667"/>
                    <a:pt x="18161" y="267335"/>
                    <a:pt x="16002" y="278003"/>
                  </a:cubicBezTo>
                  <a:lnTo>
                    <a:pt x="16002" y="278003"/>
                  </a:lnTo>
                  <a:lnTo>
                    <a:pt x="16002" y="278003"/>
                  </a:lnTo>
                  <a:cubicBezTo>
                    <a:pt x="13843" y="288671"/>
                    <a:pt x="12319" y="299466"/>
                    <a:pt x="11176" y="310388"/>
                  </a:cubicBezTo>
                  <a:lnTo>
                    <a:pt x="6477" y="309880"/>
                  </a:lnTo>
                  <a:lnTo>
                    <a:pt x="11176" y="310388"/>
                  </a:lnTo>
                  <a:cubicBezTo>
                    <a:pt x="10160" y="321310"/>
                    <a:pt x="9525" y="332105"/>
                    <a:pt x="9525" y="343027"/>
                  </a:cubicBezTo>
                  <a:lnTo>
                    <a:pt x="9525" y="1271778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880347" y="2041522"/>
            <a:ext cx="3013072" cy="2232022"/>
            <a:chOff x="0" y="0"/>
            <a:chExt cx="3013075" cy="22320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8326" y="68072"/>
              <a:ext cx="2876550" cy="2095754"/>
            </a:xfrm>
            <a:custGeom>
              <a:avLst/>
              <a:gdLst/>
              <a:ahLst/>
              <a:cxnLst/>
              <a:rect r="r" b="b" t="t" l="l"/>
              <a:pathLst>
                <a:path h="2095754" w="2876550">
                  <a:moveTo>
                    <a:pt x="0" y="2095754"/>
                  </a:moveTo>
                  <a:lnTo>
                    <a:pt x="0" y="338328"/>
                  </a:lnTo>
                  <a:cubicBezTo>
                    <a:pt x="0" y="327279"/>
                    <a:pt x="508" y="316230"/>
                    <a:pt x="1651" y="305181"/>
                  </a:cubicBezTo>
                  <a:cubicBezTo>
                    <a:pt x="2794" y="294132"/>
                    <a:pt x="4318" y="283210"/>
                    <a:pt x="6477" y="272415"/>
                  </a:cubicBezTo>
                  <a:cubicBezTo>
                    <a:pt x="8636" y="261620"/>
                    <a:pt x="11303" y="250825"/>
                    <a:pt x="14605" y="240157"/>
                  </a:cubicBezTo>
                  <a:cubicBezTo>
                    <a:pt x="17907" y="229489"/>
                    <a:pt x="21590" y="219202"/>
                    <a:pt x="25781" y="208915"/>
                  </a:cubicBezTo>
                  <a:cubicBezTo>
                    <a:pt x="29972" y="198628"/>
                    <a:pt x="34798" y="188722"/>
                    <a:pt x="40005" y="178943"/>
                  </a:cubicBezTo>
                  <a:cubicBezTo>
                    <a:pt x="45212" y="169164"/>
                    <a:pt x="50927" y="159639"/>
                    <a:pt x="57023" y="150495"/>
                  </a:cubicBezTo>
                  <a:cubicBezTo>
                    <a:pt x="63119" y="141351"/>
                    <a:pt x="69723" y="132461"/>
                    <a:pt x="76835" y="123825"/>
                  </a:cubicBezTo>
                  <a:cubicBezTo>
                    <a:pt x="83947" y="115189"/>
                    <a:pt x="91313" y="107061"/>
                    <a:pt x="99060" y="99187"/>
                  </a:cubicBezTo>
                  <a:cubicBezTo>
                    <a:pt x="106807" y="91313"/>
                    <a:pt x="115062" y="83947"/>
                    <a:pt x="123698" y="76835"/>
                  </a:cubicBezTo>
                  <a:cubicBezTo>
                    <a:pt x="132334" y="69723"/>
                    <a:pt x="141097" y="63246"/>
                    <a:pt x="150368" y="57023"/>
                  </a:cubicBezTo>
                  <a:cubicBezTo>
                    <a:pt x="159639" y="50800"/>
                    <a:pt x="169037" y="45212"/>
                    <a:pt x="178816" y="40005"/>
                  </a:cubicBezTo>
                  <a:cubicBezTo>
                    <a:pt x="188595" y="34798"/>
                    <a:pt x="198628" y="30099"/>
                    <a:pt x="208788" y="25781"/>
                  </a:cubicBezTo>
                  <a:cubicBezTo>
                    <a:pt x="218948" y="21463"/>
                    <a:pt x="229489" y="17780"/>
                    <a:pt x="240030" y="14605"/>
                  </a:cubicBezTo>
                  <a:cubicBezTo>
                    <a:pt x="250571" y="11430"/>
                    <a:pt x="261366" y="8763"/>
                    <a:pt x="272161" y="6477"/>
                  </a:cubicBezTo>
                  <a:cubicBezTo>
                    <a:pt x="282956" y="4191"/>
                    <a:pt x="294005" y="2667"/>
                    <a:pt x="305054" y="1651"/>
                  </a:cubicBezTo>
                  <a:cubicBezTo>
                    <a:pt x="316103" y="635"/>
                    <a:pt x="327152" y="0"/>
                    <a:pt x="338201" y="0"/>
                  </a:cubicBezTo>
                  <a:lnTo>
                    <a:pt x="2876550" y="0"/>
                  </a:lnTo>
                  <a:lnTo>
                    <a:pt x="2876550" y="1757553"/>
                  </a:lnTo>
                  <a:cubicBezTo>
                    <a:pt x="2876550" y="1768602"/>
                    <a:pt x="2876042" y="1779651"/>
                    <a:pt x="2874899" y="1790700"/>
                  </a:cubicBezTo>
                  <a:cubicBezTo>
                    <a:pt x="2873756" y="1801749"/>
                    <a:pt x="2872232" y="1812671"/>
                    <a:pt x="2870073" y="1823466"/>
                  </a:cubicBezTo>
                  <a:cubicBezTo>
                    <a:pt x="2867914" y="1834261"/>
                    <a:pt x="2865247" y="1845056"/>
                    <a:pt x="2862072" y="1855724"/>
                  </a:cubicBezTo>
                  <a:cubicBezTo>
                    <a:pt x="2858897" y="1866392"/>
                    <a:pt x="2855087" y="1876679"/>
                    <a:pt x="2850896" y="1886966"/>
                  </a:cubicBezTo>
                  <a:cubicBezTo>
                    <a:pt x="2846705" y="1897253"/>
                    <a:pt x="2841879" y="1907159"/>
                    <a:pt x="2836672" y="1916938"/>
                  </a:cubicBezTo>
                  <a:cubicBezTo>
                    <a:pt x="2831465" y="1926717"/>
                    <a:pt x="2825750" y="1936242"/>
                    <a:pt x="2819654" y="1945386"/>
                  </a:cubicBezTo>
                  <a:cubicBezTo>
                    <a:pt x="2813558" y="1954530"/>
                    <a:pt x="2806954" y="1963420"/>
                    <a:pt x="2799842" y="1972056"/>
                  </a:cubicBezTo>
                  <a:cubicBezTo>
                    <a:pt x="2792730" y="1980692"/>
                    <a:pt x="2785364" y="1988820"/>
                    <a:pt x="2777617" y="1996694"/>
                  </a:cubicBezTo>
                  <a:cubicBezTo>
                    <a:pt x="2769870" y="2004568"/>
                    <a:pt x="2761615" y="2011934"/>
                    <a:pt x="2752979" y="2018919"/>
                  </a:cubicBezTo>
                  <a:cubicBezTo>
                    <a:pt x="2744343" y="2025904"/>
                    <a:pt x="2735580" y="2032508"/>
                    <a:pt x="2726309" y="2038731"/>
                  </a:cubicBezTo>
                  <a:cubicBezTo>
                    <a:pt x="2717038" y="2044954"/>
                    <a:pt x="2707640" y="2050542"/>
                    <a:pt x="2697861" y="2055749"/>
                  </a:cubicBezTo>
                  <a:cubicBezTo>
                    <a:pt x="2688082" y="2060956"/>
                    <a:pt x="2678049" y="2065655"/>
                    <a:pt x="2667889" y="2069973"/>
                  </a:cubicBezTo>
                  <a:cubicBezTo>
                    <a:pt x="2657729" y="2074291"/>
                    <a:pt x="2647188" y="2077974"/>
                    <a:pt x="2636647" y="2081149"/>
                  </a:cubicBezTo>
                  <a:cubicBezTo>
                    <a:pt x="2626106" y="2084324"/>
                    <a:pt x="2615311" y="2086991"/>
                    <a:pt x="2604516" y="2089150"/>
                  </a:cubicBezTo>
                  <a:cubicBezTo>
                    <a:pt x="2593721" y="2091309"/>
                    <a:pt x="2582672" y="2092960"/>
                    <a:pt x="2571750" y="2093976"/>
                  </a:cubicBezTo>
                  <a:cubicBezTo>
                    <a:pt x="2560828" y="2094992"/>
                    <a:pt x="2549652" y="2095627"/>
                    <a:pt x="2538603" y="2095627"/>
                  </a:cubicBezTo>
                  <a:lnTo>
                    <a:pt x="0" y="2095627"/>
                  </a:lnTo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2886202" cy="2104898"/>
            </a:xfrm>
            <a:custGeom>
              <a:avLst/>
              <a:gdLst/>
              <a:ahLst/>
              <a:cxnLst/>
              <a:rect r="r" b="b" t="t" l="l"/>
              <a:pathLst>
                <a:path h="2104898" w="2886202">
                  <a:moveTo>
                    <a:pt x="0" y="2100326"/>
                  </a:moveTo>
                  <a:lnTo>
                    <a:pt x="0" y="342900"/>
                  </a:lnTo>
                  <a:lnTo>
                    <a:pt x="4826" y="342900"/>
                  </a:ln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lnTo>
                    <a:pt x="1651" y="309245"/>
                  </a:lnTo>
                  <a:lnTo>
                    <a:pt x="1651" y="309245"/>
                  </a:lnTo>
                  <a:cubicBezTo>
                    <a:pt x="2794" y="298069"/>
                    <a:pt x="4445" y="287020"/>
                    <a:pt x="6604" y="275971"/>
                  </a:cubicBezTo>
                  <a:lnTo>
                    <a:pt x="6604" y="275971"/>
                  </a:lnTo>
                  <a:lnTo>
                    <a:pt x="6604" y="275971"/>
                  </a:lnTo>
                  <a:cubicBezTo>
                    <a:pt x="8763" y="264922"/>
                    <a:pt x="11557" y="254127"/>
                    <a:pt x="14732" y="243332"/>
                  </a:cubicBezTo>
                  <a:lnTo>
                    <a:pt x="14732" y="243332"/>
                  </a:lnTo>
                  <a:lnTo>
                    <a:pt x="14732" y="243332"/>
                  </a:lnTo>
                  <a:cubicBezTo>
                    <a:pt x="18034" y="232537"/>
                    <a:pt x="21717" y="221996"/>
                    <a:pt x="26035" y="211709"/>
                  </a:cubicBezTo>
                  <a:lnTo>
                    <a:pt x="30480" y="213487"/>
                  </a:lnTo>
                  <a:lnTo>
                    <a:pt x="26035" y="211709"/>
                  </a:lnTo>
                  <a:cubicBezTo>
                    <a:pt x="30353" y="201295"/>
                    <a:pt x="35179" y="191135"/>
                    <a:pt x="40386" y="181229"/>
                  </a:cubicBezTo>
                  <a:lnTo>
                    <a:pt x="40386" y="181229"/>
                  </a:lnTo>
                  <a:lnTo>
                    <a:pt x="40386" y="181229"/>
                  </a:lnTo>
                  <a:cubicBezTo>
                    <a:pt x="45720" y="171323"/>
                    <a:pt x="51435" y="161671"/>
                    <a:pt x="57658" y="152400"/>
                  </a:cubicBezTo>
                  <a:lnTo>
                    <a:pt x="61595" y="155067"/>
                  </a:lnTo>
                  <a:lnTo>
                    <a:pt x="57785" y="152400"/>
                  </a:lnTo>
                  <a:cubicBezTo>
                    <a:pt x="64008" y="143002"/>
                    <a:pt x="70739" y="133985"/>
                    <a:pt x="77851" y="125349"/>
                  </a:cubicBezTo>
                  <a:lnTo>
                    <a:pt x="81534" y="128397"/>
                  </a:lnTo>
                  <a:lnTo>
                    <a:pt x="77851" y="125349"/>
                  </a:lnTo>
                  <a:cubicBezTo>
                    <a:pt x="84963" y="116713"/>
                    <a:pt x="92456" y="108331"/>
                    <a:pt x="100457" y="100457"/>
                  </a:cubicBezTo>
                  <a:lnTo>
                    <a:pt x="100457" y="100457"/>
                  </a:lnTo>
                  <a:lnTo>
                    <a:pt x="100457" y="100457"/>
                  </a:lnTo>
                  <a:cubicBezTo>
                    <a:pt x="108458" y="92583"/>
                    <a:pt x="116713" y="84963"/>
                    <a:pt x="125349" y="77851"/>
                  </a:cubicBezTo>
                  <a:lnTo>
                    <a:pt x="125349" y="77851"/>
                  </a:lnTo>
                  <a:lnTo>
                    <a:pt x="125349" y="77851"/>
                  </a:lnTo>
                  <a:cubicBezTo>
                    <a:pt x="133985" y="70739"/>
                    <a:pt x="143002" y="64008"/>
                    <a:pt x="152400" y="57785"/>
                  </a:cubicBezTo>
                  <a:lnTo>
                    <a:pt x="152400" y="57785"/>
                  </a:lnTo>
                  <a:lnTo>
                    <a:pt x="152400" y="57785"/>
                  </a:lnTo>
                  <a:cubicBezTo>
                    <a:pt x="161798" y="51562"/>
                    <a:pt x="171323" y="45720"/>
                    <a:pt x="181229" y="40513"/>
                  </a:cubicBezTo>
                  <a:lnTo>
                    <a:pt x="183515" y="44704"/>
                  </a:lnTo>
                  <a:lnTo>
                    <a:pt x="181229" y="40513"/>
                  </a:lnTo>
                  <a:cubicBezTo>
                    <a:pt x="191135" y="35179"/>
                    <a:pt x="201295" y="30353"/>
                    <a:pt x="211709" y="26162"/>
                  </a:cubicBezTo>
                  <a:lnTo>
                    <a:pt x="213487" y="30607"/>
                  </a:lnTo>
                  <a:lnTo>
                    <a:pt x="211709" y="26162"/>
                  </a:lnTo>
                  <a:cubicBezTo>
                    <a:pt x="222123" y="21844"/>
                    <a:pt x="232664" y="18034"/>
                    <a:pt x="243332" y="14859"/>
                  </a:cubicBezTo>
                  <a:lnTo>
                    <a:pt x="244729" y="19431"/>
                  </a:lnTo>
                  <a:lnTo>
                    <a:pt x="243332" y="14859"/>
                  </a:lnTo>
                  <a:cubicBezTo>
                    <a:pt x="254127" y="11557"/>
                    <a:pt x="264922" y="8890"/>
                    <a:pt x="275971" y="6604"/>
                  </a:cubicBezTo>
                  <a:lnTo>
                    <a:pt x="275971" y="6604"/>
                  </a:lnTo>
                  <a:lnTo>
                    <a:pt x="275971" y="6604"/>
                  </a:lnTo>
                  <a:cubicBezTo>
                    <a:pt x="287020" y="4445"/>
                    <a:pt x="298069" y="2794"/>
                    <a:pt x="309245" y="1651"/>
                  </a:cubicBezTo>
                  <a:lnTo>
                    <a:pt x="309245" y="1651"/>
                  </a:lnTo>
                  <a:lnTo>
                    <a:pt x="309245" y="1651"/>
                  </a:lnTo>
                  <a:cubicBezTo>
                    <a:pt x="320421" y="508"/>
                    <a:pt x="331724" y="0"/>
                    <a:pt x="342900" y="0"/>
                  </a:cubicBezTo>
                  <a:lnTo>
                    <a:pt x="342900" y="4826"/>
                  </a:lnTo>
                  <a:lnTo>
                    <a:pt x="342900" y="0"/>
                  </a:lnTo>
                  <a:lnTo>
                    <a:pt x="2881376" y="0"/>
                  </a:lnTo>
                  <a:lnTo>
                    <a:pt x="2886202" y="0"/>
                  </a:lnTo>
                  <a:lnTo>
                    <a:pt x="2886202" y="4826"/>
                  </a:lnTo>
                  <a:lnTo>
                    <a:pt x="2886202" y="1762125"/>
                  </a:lnTo>
                  <a:lnTo>
                    <a:pt x="2881376" y="1762125"/>
                  </a:lnTo>
                  <a:lnTo>
                    <a:pt x="2886202" y="1762125"/>
                  </a:lnTo>
                  <a:cubicBezTo>
                    <a:pt x="2886202" y="1773301"/>
                    <a:pt x="2885694" y="1784604"/>
                    <a:pt x="2884551" y="1795780"/>
                  </a:cubicBezTo>
                  <a:lnTo>
                    <a:pt x="2884551" y="1795780"/>
                  </a:lnTo>
                  <a:lnTo>
                    <a:pt x="2884551" y="1795780"/>
                  </a:lnTo>
                  <a:cubicBezTo>
                    <a:pt x="2883408" y="1806956"/>
                    <a:pt x="2881757" y="1818005"/>
                    <a:pt x="2879598" y="1829054"/>
                  </a:cubicBezTo>
                  <a:lnTo>
                    <a:pt x="2874899" y="1828165"/>
                  </a:lnTo>
                  <a:lnTo>
                    <a:pt x="2879598" y="1829054"/>
                  </a:lnTo>
                  <a:cubicBezTo>
                    <a:pt x="2877439" y="1840103"/>
                    <a:pt x="2874645" y="1850898"/>
                    <a:pt x="2871470" y="1861693"/>
                  </a:cubicBezTo>
                  <a:lnTo>
                    <a:pt x="2871470" y="1861693"/>
                  </a:lnTo>
                  <a:lnTo>
                    <a:pt x="2871470" y="1861693"/>
                  </a:lnTo>
                  <a:cubicBezTo>
                    <a:pt x="2868168" y="1872488"/>
                    <a:pt x="2864485" y="1883029"/>
                    <a:pt x="2860167" y="1893316"/>
                  </a:cubicBezTo>
                  <a:lnTo>
                    <a:pt x="2860167" y="1893316"/>
                  </a:lnTo>
                  <a:lnTo>
                    <a:pt x="2860167" y="1893316"/>
                  </a:lnTo>
                  <a:cubicBezTo>
                    <a:pt x="2855849" y="1903730"/>
                    <a:pt x="2851023" y="1913890"/>
                    <a:pt x="2845816" y="1923796"/>
                  </a:cubicBezTo>
                  <a:lnTo>
                    <a:pt x="2841625" y="1921510"/>
                  </a:lnTo>
                  <a:lnTo>
                    <a:pt x="2845816" y="1923796"/>
                  </a:lnTo>
                  <a:cubicBezTo>
                    <a:pt x="2840482" y="1933702"/>
                    <a:pt x="2834767" y="1943354"/>
                    <a:pt x="2828544" y="1952625"/>
                  </a:cubicBezTo>
                  <a:lnTo>
                    <a:pt x="2828544" y="1952625"/>
                  </a:lnTo>
                  <a:lnTo>
                    <a:pt x="2828544" y="1952625"/>
                  </a:lnTo>
                  <a:cubicBezTo>
                    <a:pt x="2822321" y="1962023"/>
                    <a:pt x="2815590" y="1970913"/>
                    <a:pt x="2808478" y="1979676"/>
                  </a:cubicBezTo>
                  <a:lnTo>
                    <a:pt x="2804795" y="1976628"/>
                  </a:lnTo>
                  <a:lnTo>
                    <a:pt x="2808478" y="1979676"/>
                  </a:lnTo>
                  <a:cubicBezTo>
                    <a:pt x="2801366" y="1988312"/>
                    <a:pt x="2793873" y="1996694"/>
                    <a:pt x="2785872" y="2004568"/>
                  </a:cubicBezTo>
                  <a:lnTo>
                    <a:pt x="2785872" y="2004568"/>
                  </a:lnTo>
                  <a:lnTo>
                    <a:pt x="2785872" y="2004568"/>
                  </a:lnTo>
                  <a:cubicBezTo>
                    <a:pt x="2777871" y="2012442"/>
                    <a:pt x="2769616" y="2020062"/>
                    <a:pt x="2760980" y="2027174"/>
                  </a:cubicBezTo>
                  <a:lnTo>
                    <a:pt x="2760980" y="2027174"/>
                  </a:lnTo>
                  <a:lnTo>
                    <a:pt x="2760980" y="2027174"/>
                  </a:lnTo>
                  <a:cubicBezTo>
                    <a:pt x="2752344" y="2034286"/>
                    <a:pt x="2743327" y="2041017"/>
                    <a:pt x="2733929" y="2047240"/>
                  </a:cubicBezTo>
                  <a:lnTo>
                    <a:pt x="2733929" y="2047240"/>
                  </a:lnTo>
                  <a:lnTo>
                    <a:pt x="2733929" y="2047240"/>
                  </a:lnTo>
                  <a:cubicBezTo>
                    <a:pt x="2724531" y="2053463"/>
                    <a:pt x="2715006" y="2059305"/>
                    <a:pt x="2705100" y="2064512"/>
                  </a:cubicBezTo>
                  <a:lnTo>
                    <a:pt x="2702814" y="2060321"/>
                  </a:lnTo>
                  <a:lnTo>
                    <a:pt x="2705100" y="2064512"/>
                  </a:lnTo>
                  <a:cubicBezTo>
                    <a:pt x="2695194" y="2069846"/>
                    <a:pt x="2685034" y="2074672"/>
                    <a:pt x="2674620" y="2078863"/>
                  </a:cubicBezTo>
                  <a:lnTo>
                    <a:pt x="2672842" y="2074418"/>
                  </a:lnTo>
                  <a:lnTo>
                    <a:pt x="2674620" y="2078863"/>
                  </a:lnTo>
                  <a:cubicBezTo>
                    <a:pt x="2664206" y="2083181"/>
                    <a:pt x="2653665" y="2086991"/>
                    <a:pt x="2642997" y="2090166"/>
                  </a:cubicBezTo>
                  <a:lnTo>
                    <a:pt x="2642997" y="2090166"/>
                  </a:lnTo>
                  <a:lnTo>
                    <a:pt x="2642997" y="2090166"/>
                  </a:lnTo>
                  <a:cubicBezTo>
                    <a:pt x="2632202" y="2093468"/>
                    <a:pt x="2621407" y="2096135"/>
                    <a:pt x="2610358" y="2098294"/>
                  </a:cubicBezTo>
                  <a:lnTo>
                    <a:pt x="2609469" y="2093595"/>
                  </a:lnTo>
                  <a:lnTo>
                    <a:pt x="2610358" y="2098294"/>
                  </a:lnTo>
                  <a:cubicBezTo>
                    <a:pt x="2599309" y="2100453"/>
                    <a:pt x="2588260" y="2102104"/>
                    <a:pt x="2577084" y="2103247"/>
                  </a:cubicBezTo>
                  <a:lnTo>
                    <a:pt x="2577084" y="2103247"/>
                  </a:lnTo>
                  <a:lnTo>
                    <a:pt x="2577084" y="2103247"/>
                  </a:lnTo>
                  <a:cubicBezTo>
                    <a:pt x="2565908" y="2104390"/>
                    <a:pt x="2554732" y="2104898"/>
                    <a:pt x="2543429" y="2104898"/>
                  </a:cubicBezTo>
                  <a:lnTo>
                    <a:pt x="2543429" y="2100072"/>
                  </a:lnTo>
                  <a:lnTo>
                    <a:pt x="2543429" y="2104898"/>
                  </a:lnTo>
                  <a:lnTo>
                    <a:pt x="4826" y="2104898"/>
                  </a:lnTo>
                  <a:lnTo>
                    <a:pt x="0" y="2104898"/>
                  </a:lnTo>
                  <a:lnTo>
                    <a:pt x="0" y="2100072"/>
                  </a:lnTo>
                  <a:moveTo>
                    <a:pt x="9525" y="2100072"/>
                  </a:moveTo>
                  <a:lnTo>
                    <a:pt x="4826" y="2100072"/>
                  </a:lnTo>
                  <a:lnTo>
                    <a:pt x="4826" y="2095500"/>
                  </a:lnTo>
                  <a:lnTo>
                    <a:pt x="2543175" y="2095500"/>
                  </a:lnTo>
                  <a:cubicBezTo>
                    <a:pt x="2554097" y="2095500"/>
                    <a:pt x="2565019" y="2094992"/>
                    <a:pt x="2575814" y="2093849"/>
                  </a:cubicBezTo>
                  <a:lnTo>
                    <a:pt x="2576322" y="2098548"/>
                  </a:lnTo>
                  <a:lnTo>
                    <a:pt x="2575814" y="2093849"/>
                  </a:lnTo>
                  <a:cubicBezTo>
                    <a:pt x="2586609" y="2092833"/>
                    <a:pt x="2597404" y="2091182"/>
                    <a:pt x="2608199" y="2089023"/>
                  </a:cubicBezTo>
                  <a:lnTo>
                    <a:pt x="2608199" y="2089023"/>
                  </a:lnTo>
                  <a:lnTo>
                    <a:pt x="2608199" y="2089023"/>
                  </a:lnTo>
                  <a:cubicBezTo>
                    <a:pt x="2618867" y="2086864"/>
                    <a:pt x="2629535" y="2084197"/>
                    <a:pt x="2639949" y="2081022"/>
                  </a:cubicBezTo>
                  <a:lnTo>
                    <a:pt x="2641346" y="2085594"/>
                  </a:lnTo>
                  <a:lnTo>
                    <a:pt x="2639949" y="2081022"/>
                  </a:lnTo>
                  <a:cubicBezTo>
                    <a:pt x="2650363" y="2077847"/>
                    <a:pt x="2660650" y="2074164"/>
                    <a:pt x="2670810" y="2069973"/>
                  </a:cubicBezTo>
                  <a:lnTo>
                    <a:pt x="2670810" y="2069973"/>
                  </a:lnTo>
                  <a:lnTo>
                    <a:pt x="2670810" y="2069973"/>
                  </a:lnTo>
                  <a:cubicBezTo>
                    <a:pt x="2680843" y="2065782"/>
                    <a:pt x="2690749" y="2061083"/>
                    <a:pt x="2700401" y="2056003"/>
                  </a:cubicBezTo>
                  <a:lnTo>
                    <a:pt x="2700401" y="2056003"/>
                  </a:lnTo>
                  <a:lnTo>
                    <a:pt x="2700401" y="2056003"/>
                  </a:lnTo>
                  <a:cubicBezTo>
                    <a:pt x="2710053" y="2050796"/>
                    <a:pt x="2719324" y="2045208"/>
                    <a:pt x="2728468" y="2039239"/>
                  </a:cubicBezTo>
                  <a:lnTo>
                    <a:pt x="2731135" y="2043176"/>
                  </a:lnTo>
                  <a:lnTo>
                    <a:pt x="2728468" y="2039239"/>
                  </a:lnTo>
                  <a:cubicBezTo>
                    <a:pt x="2737485" y="2033143"/>
                    <a:pt x="2746375" y="2026666"/>
                    <a:pt x="2754757" y="2019681"/>
                  </a:cubicBezTo>
                  <a:lnTo>
                    <a:pt x="2757805" y="2023364"/>
                  </a:lnTo>
                  <a:lnTo>
                    <a:pt x="2754757" y="2019681"/>
                  </a:lnTo>
                  <a:cubicBezTo>
                    <a:pt x="2763139" y="2012696"/>
                    <a:pt x="2771267" y="2005457"/>
                    <a:pt x="2779014" y="1997710"/>
                  </a:cubicBezTo>
                  <a:lnTo>
                    <a:pt x="2782316" y="2001139"/>
                  </a:lnTo>
                  <a:lnTo>
                    <a:pt x="2778887" y="1997837"/>
                  </a:lnTo>
                  <a:cubicBezTo>
                    <a:pt x="2786634" y="1990090"/>
                    <a:pt x="2793873" y="1982089"/>
                    <a:pt x="2800858" y="1973580"/>
                  </a:cubicBezTo>
                  <a:lnTo>
                    <a:pt x="2800858" y="1973580"/>
                  </a:lnTo>
                  <a:lnTo>
                    <a:pt x="2800858" y="1973580"/>
                  </a:lnTo>
                  <a:cubicBezTo>
                    <a:pt x="2807843" y="1965071"/>
                    <a:pt x="2814320" y="1956435"/>
                    <a:pt x="2820416" y="1947291"/>
                  </a:cubicBezTo>
                  <a:lnTo>
                    <a:pt x="2824353" y="1949958"/>
                  </a:lnTo>
                  <a:lnTo>
                    <a:pt x="2820416" y="1947291"/>
                  </a:lnTo>
                  <a:cubicBezTo>
                    <a:pt x="2826512" y="1938274"/>
                    <a:pt x="2832100" y="1928876"/>
                    <a:pt x="2837180" y="1919224"/>
                  </a:cubicBezTo>
                  <a:lnTo>
                    <a:pt x="2837180" y="1919224"/>
                  </a:lnTo>
                  <a:lnTo>
                    <a:pt x="2837180" y="1919224"/>
                  </a:lnTo>
                  <a:cubicBezTo>
                    <a:pt x="2842387" y="1909572"/>
                    <a:pt x="2846959" y="1899793"/>
                    <a:pt x="2851150" y="1889633"/>
                  </a:cubicBezTo>
                  <a:lnTo>
                    <a:pt x="2855595" y="1891411"/>
                  </a:lnTo>
                  <a:lnTo>
                    <a:pt x="2851150" y="1889633"/>
                  </a:lnTo>
                  <a:cubicBezTo>
                    <a:pt x="2855341" y="1879600"/>
                    <a:pt x="2859024" y="1869313"/>
                    <a:pt x="2862199" y="1858772"/>
                  </a:cubicBezTo>
                  <a:lnTo>
                    <a:pt x="2866771" y="1860169"/>
                  </a:lnTo>
                  <a:lnTo>
                    <a:pt x="2862199" y="1858772"/>
                  </a:lnTo>
                  <a:cubicBezTo>
                    <a:pt x="2865374" y="1848358"/>
                    <a:pt x="2868041" y="1837690"/>
                    <a:pt x="2870200" y="1827022"/>
                  </a:cubicBezTo>
                  <a:lnTo>
                    <a:pt x="2870200" y="1827022"/>
                  </a:lnTo>
                  <a:lnTo>
                    <a:pt x="2870200" y="1827022"/>
                  </a:lnTo>
                  <a:cubicBezTo>
                    <a:pt x="2872359" y="1816354"/>
                    <a:pt x="2873883" y="1805559"/>
                    <a:pt x="2875026" y="1794637"/>
                  </a:cubicBezTo>
                  <a:lnTo>
                    <a:pt x="2879725" y="1795145"/>
                  </a:lnTo>
                  <a:lnTo>
                    <a:pt x="2875026" y="1794637"/>
                  </a:lnTo>
                  <a:cubicBezTo>
                    <a:pt x="2876042" y="1783715"/>
                    <a:pt x="2876677" y="1772920"/>
                    <a:pt x="2876677" y="1761998"/>
                  </a:cubicBezTo>
                  <a:lnTo>
                    <a:pt x="2876677" y="4826"/>
                  </a:lnTo>
                  <a:lnTo>
                    <a:pt x="2881503" y="4826"/>
                  </a:lnTo>
                  <a:lnTo>
                    <a:pt x="2881503" y="9652"/>
                  </a:lnTo>
                  <a:lnTo>
                    <a:pt x="342900" y="9652"/>
                  </a:lnTo>
                  <a:cubicBezTo>
                    <a:pt x="331978" y="9652"/>
                    <a:pt x="321056" y="10160"/>
                    <a:pt x="310261" y="11303"/>
                  </a:cubicBezTo>
                  <a:lnTo>
                    <a:pt x="309753" y="6604"/>
                  </a:lnTo>
                  <a:lnTo>
                    <a:pt x="310261" y="11303"/>
                  </a:lnTo>
                  <a:cubicBezTo>
                    <a:pt x="299339" y="12319"/>
                    <a:pt x="288544" y="13970"/>
                    <a:pt x="277876" y="16129"/>
                  </a:cubicBezTo>
                  <a:lnTo>
                    <a:pt x="276987" y="11430"/>
                  </a:lnTo>
                  <a:lnTo>
                    <a:pt x="277876" y="16129"/>
                  </a:lnTo>
                  <a:cubicBezTo>
                    <a:pt x="267208" y="18288"/>
                    <a:pt x="256540" y="20955"/>
                    <a:pt x="246126" y="24130"/>
                  </a:cubicBezTo>
                  <a:lnTo>
                    <a:pt x="246126" y="24130"/>
                  </a:lnTo>
                  <a:lnTo>
                    <a:pt x="246126" y="24130"/>
                  </a:lnTo>
                  <a:cubicBezTo>
                    <a:pt x="235712" y="27305"/>
                    <a:pt x="225425" y="30988"/>
                    <a:pt x="215265" y="35179"/>
                  </a:cubicBezTo>
                  <a:lnTo>
                    <a:pt x="215265" y="35179"/>
                  </a:lnTo>
                  <a:lnTo>
                    <a:pt x="215265" y="35179"/>
                  </a:lnTo>
                  <a:cubicBezTo>
                    <a:pt x="205232" y="39370"/>
                    <a:pt x="195326" y="44069"/>
                    <a:pt x="185674" y="49149"/>
                  </a:cubicBezTo>
                  <a:lnTo>
                    <a:pt x="185674" y="49149"/>
                  </a:lnTo>
                  <a:lnTo>
                    <a:pt x="185674" y="49149"/>
                  </a:lnTo>
                  <a:cubicBezTo>
                    <a:pt x="176022" y="54356"/>
                    <a:pt x="166751" y="59944"/>
                    <a:pt x="157607" y="65913"/>
                  </a:cubicBezTo>
                  <a:lnTo>
                    <a:pt x="154940" y="61976"/>
                  </a:lnTo>
                  <a:lnTo>
                    <a:pt x="157607" y="65913"/>
                  </a:lnTo>
                  <a:cubicBezTo>
                    <a:pt x="148463" y="72009"/>
                    <a:pt x="139700" y="78486"/>
                    <a:pt x="131318" y="85344"/>
                  </a:cubicBezTo>
                  <a:lnTo>
                    <a:pt x="128270" y="81661"/>
                  </a:lnTo>
                  <a:lnTo>
                    <a:pt x="131318" y="85344"/>
                  </a:lnTo>
                  <a:cubicBezTo>
                    <a:pt x="122936" y="92329"/>
                    <a:pt x="114808" y="99568"/>
                    <a:pt x="107061" y="107315"/>
                  </a:cubicBezTo>
                  <a:lnTo>
                    <a:pt x="103759" y="103886"/>
                  </a:lnTo>
                  <a:lnTo>
                    <a:pt x="107188" y="107188"/>
                  </a:lnTo>
                  <a:cubicBezTo>
                    <a:pt x="99441" y="114935"/>
                    <a:pt x="92202" y="122936"/>
                    <a:pt x="85217" y="131445"/>
                  </a:cubicBezTo>
                  <a:lnTo>
                    <a:pt x="85217" y="131445"/>
                  </a:lnTo>
                  <a:lnTo>
                    <a:pt x="85217" y="131445"/>
                  </a:lnTo>
                  <a:cubicBezTo>
                    <a:pt x="78232" y="139827"/>
                    <a:pt x="71755" y="148590"/>
                    <a:pt x="65786" y="157734"/>
                  </a:cubicBezTo>
                  <a:cubicBezTo>
                    <a:pt x="59817" y="166878"/>
                    <a:pt x="54102" y="176149"/>
                    <a:pt x="49022" y="185801"/>
                  </a:cubicBezTo>
                  <a:lnTo>
                    <a:pt x="44831" y="183515"/>
                  </a:lnTo>
                  <a:lnTo>
                    <a:pt x="49022" y="185801"/>
                  </a:lnTo>
                  <a:cubicBezTo>
                    <a:pt x="43815" y="195453"/>
                    <a:pt x="39243" y="205232"/>
                    <a:pt x="35052" y="215392"/>
                  </a:cubicBezTo>
                  <a:lnTo>
                    <a:pt x="35052" y="215392"/>
                  </a:lnTo>
                  <a:lnTo>
                    <a:pt x="35052" y="215392"/>
                  </a:lnTo>
                  <a:cubicBezTo>
                    <a:pt x="30861" y="225425"/>
                    <a:pt x="27178" y="235712"/>
                    <a:pt x="24003" y="246253"/>
                  </a:cubicBezTo>
                  <a:lnTo>
                    <a:pt x="19431" y="244856"/>
                  </a:lnTo>
                  <a:lnTo>
                    <a:pt x="24003" y="246253"/>
                  </a:lnTo>
                  <a:cubicBezTo>
                    <a:pt x="20828" y="256667"/>
                    <a:pt x="18161" y="267335"/>
                    <a:pt x="16002" y="278003"/>
                  </a:cubicBezTo>
                  <a:lnTo>
                    <a:pt x="11303" y="277114"/>
                  </a:lnTo>
                  <a:lnTo>
                    <a:pt x="16002" y="278003"/>
                  </a:lnTo>
                  <a:cubicBezTo>
                    <a:pt x="13843" y="288671"/>
                    <a:pt x="12319" y="299466"/>
                    <a:pt x="11176" y="310388"/>
                  </a:cubicBezTo>
                  <a:lnTo>
                    <a:pt x="6477" y="309880"/>
                  </a:lnTo>
                  <a:lnTo>
                    <a:pt x="11176" y="310388"/>
                  </a:lnTo>
                  <a:cubicBezTo>
                    <a:pt x="10160" y="321310"/>
                    <a:pt x="9525" y="332105"/>
                    <a:pt x="9525" y="343027"/>
                  </a:cubicBezTo>
                  <a:lnTo>
                    <a:pt x="9525" y="210032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4822822" y="1174747"/>
            <a:ext cx="4936827" cy="165097"/>
            <a:chOff x="0" y="0"/>
            <a:chExt cx="4936820" cy="165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4718431" cy="38100"/>
            </a:xfrm>
            <a:custGeom>
              <a:avLst/>
              <a:gdLst/>
              <a:ahLst/>
              <a:cxnLst/>
              <a:rect r="r" b="b" t="t" l="l"/>
              <a:pathLst>
                <a:path h="38100" w="4718431">
                  <a:moveTo>
                    <a:pt x="0" y="38100"/>
                  </a:moveTo>
                  <a:lnTo>
                    <a:pt x="4718431" y="38100"/>
                  </a:lnTo>
                  <a:lnTo>
                    <a:pt x="4718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781931" y="63500"/>
              <a:ext cx="9144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">
                  <a:moveTo>
                    <a:pt x="0" y="38100"/>
                  </a:moveTo>
                  <a:lnTo>
                    <a:pt x="91440" y="38100"/>
                  </a:lnTo>
                  <a:lnTo>
                    <a:pt x="914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886325" y="737987"/>
            <a:ext cx="4905937" cy="10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Benefits &amp; Diverse Use Cases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80830" y="2063582"/>
            <a:ext cx="47654" cy="47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67300" y="2273132"/>
            <a:ext cx="2229717" cy="2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Remote</a:t>
            </a:r>
            <a:r>
              <a:rPr lang="en-US" b="true" sz="1687" spc="-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Environment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67300" y="2539832"/>
            <a:ext cx="1149172" cy="2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Monitoring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98808" y="2780128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67300" y="4463882"/>
            <a:ext cx="2683078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1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Logging &amp; Analytics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02224" y="484705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24825" y="2187407"/>
            <a:ext cx="2272132" cy="69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Threshold</a:t>
            </a:r>
            <a:r>
              <a:rPr lang="en-US" b="true" sz="1687" spc="-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Alerts</a:t>
            </a:r>
          </a:p>
          <a:p>
            <a:pPr algn="l">
              <a:lnSpc>
                <a:spcPts val="2137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Configure notificationsto be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78187" y="2570578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67300" y="2894428"/>
            <a:ext cx="2530354" cy="108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Ideal forgreenhouses, laboratories, or server rooms where precise climate control is crucial.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67300" y="4904203"/>
            <a:ext cx="5523957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Collecthistorical dataforanalysis,pattern identification, and informed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67300" y="5180428"/>
            <a:ext cx="4164406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decision-making regarding environmental conditions.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24825" y="2903953"/>
            <a:ext cx="2473281" cy="108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triggered when temperature or humidity exceeds predefined limits, preventing potential </a:t>
            </a:r>
          </a:p>
          <a:p>
            <a:pPr algn="l">
              <a:lnSpc>
                <a:spcPts val="23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damage.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1366637"/>
            <a:ext cx="6036840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Challenges &amp; Best Practices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575" y="2939882"/>
            <a:ext cx="1986182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Network Reliability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2642" y="332305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7675" y="3025607"/>
            <a:ext cx="2235013" cy="5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Sensor Calibration &amp; 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5796" y="3532603"/>
            <a:ext cx="43196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4775" y="2939882"/>
            <a:ext cx="1909248" cy="3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1687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Limit Update 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47114" y="3323053"/>
            <a:ext cx="43196" cy="3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575" y="3380203"/>
            <a:ext cx="2860234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Ensureastable Wi-Fi connection for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575" y="3646903"/>
            <a:ext cx="2906382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uninterrupted data flow. Intermittent connectivity can lead to data loss.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57675" y="3646903"/>
            <a:ext cx="2717530" cy="108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Periodicallyverifysensorreadings against a reference to maintain accuracy, especially in critical </a:t>
            </a:r>
          </a:p>
          <a:p>
            <a:pPr algn="l">
              <a:lnSpc>
                <a:spcPts val="2324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applications.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24775" y="3380203"/>
            <a:ext cx="2865530" cy="26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Avoidexceedingcloud service limits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24775" y="3646903"/>
            <a:ext cx="2948273" cy="109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350" spc="-1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setting a reasonable data transmission frequency. Too frequent updates can lead to service interruptions.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" r="0" b="-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-11882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2"/>
                </a:lnTo>
                <a:lnTo>
                  <a:pt x="0" y="643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00075" y="2733675"/>
            <a:ext cx="2760459" cy="38100"/>
            <a:chOff x="0" y="0"/>
            <a:chExt cx="2760459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0472" cy="38100"/>
            </a:xfrm>
            <a:custGeom>
              <a:avLst/>
              <a:gdLst/>
              <a:ahLst/>
              <a:cxnLst/>
              <a:rect r="r" b="b" t="t" l="l"/>
              <a:pathLst>
                <a:path h="38100" w="2760472">
                  <a:moveTo>
                    <a:pt x="0" y="0"/>
                  </a:moveTo>
                  <a:lnTo>
                    <a:pt x="0" y="38100"/>
                  </a:lnTo>
                  <a:lnTo>
                    <a:pt x="656209" y="38100"/>
                  </a:lnTo>
                  <a:lnTo>
                    <a:pt x="656209" y="0"/>
                  </a:lnTo>
                  <a:close/>
                  <a:moveTo>
                    <a:pt x="840486" y="0"/>
                  </a:moveTo>
                  <a:lnTo>
                    <a:pt x="840486" y="38100"/>
                  </a:lnTo>
                  <a:lnTo>
                    <a:pt x="2760472" y="38100"/>
                  </a:lnTo>
                  <a:lnTo>
                    <a:pt x="2760472" y="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00075" y="2300087"/>
            <a:ext cx="2760459" cy="6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b="true" sz="3308" spc="-9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Project Team</a:t>
            </a:r>
          </a:p>
          <a:p>
            <a:pPr algn="l">
              <a:lnSpc>
                <a:spcPts val="261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31128" y="2997889"/>
            <a:ext cx="46558" cy="47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5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075" y="3150289"/>
            <a:ext cx="1654969" cy="30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b="true" sz="1687" spc="-1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Shubham Singh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" y="3483664"/>
            <a:ext cx="1671180" cy="6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b="true" sz="1687" spc="-1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Shubhi Singh Shubhi Sharma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075" y="2834059"/>
            <a:ext cx="205132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 spc="-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Shubrat Chaudhary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DAG4-yZ9jDE</dc:identifier>
  <dcterms:modified xsi:type="dcterms:W3CDTF">2011-08-01T06:04:30Z</dcterms:modified>
  <cp:revision>1</cp:revision>
  <dc:title>Air-Quality-Monitoring-Using-ESP32-and-Blynk _.pdf</dc:title>
</cp:coreProperties>
</file>